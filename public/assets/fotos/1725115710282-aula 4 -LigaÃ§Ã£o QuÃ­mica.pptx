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1" r:id="rId1"/>
  </p:sldMasterIdLst>
  <p:notesMasterIdLst>
    <p:notesMasterId r:id="rId30"/>
  </p:notesMasterIdLst>
  <p:sldIdLst>
    <p:sldId id="256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22" r:id="rId12"/>
    <p:sldId id="319" r:id="rId13"/>
    <p:sldId id="321" r:id="rId14"/>
    <p:sldId id="320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5" r:id="rId26"/>
    <p:sldId id="333" r:id="rId27"/>
    <p:sldId id="334" r:id="rId28"/>
    <p:sldId id="336" r:id="rId29"/>
  </p:sldIdLst>
  <p:sldSz cx="9144000" cy="6858000" type="screen4x3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6F5233-BC5D-430B-AB1A-8B9BBB02E98C}" v="59" dt="2024-03-07T18:02:21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iela Maldaner" userId="1c8c4f2feb964350" providerId="LiveId" clId="{D66F5233-BC5D-430B-AB1A-8B9BBB02E98C}"/>
    <pc:docChg chg="modSld">
      <pc:chgData name="Graciela Maldaner" userId="1c8c4f2feb964350" providerId="LiveId" clId="{D66F5233-BC5D-430B-AB1A-8B9BBB02E98C}" dt="2024-03-07T18:02:21.340" v="58"/>
      <pc:docMkLst>
        <pc:docMk/>
      </pc:docMkLst>
      <pc:sldChg chg="delSp modSp">
        <pc:chgData name="Graciela Maldaner" userId="1c8c4f2feb964350" providerId="LiveId" clId="{D66F5233-BC5D-430B-AB1A-8B9BBB02E98C}" dt="2024-03-07T18:00:15.224" v="1" actId="478"/>
        <pc:sldMkLst>
          <pc:docMk/>
          <pc:sldMk cId="0" sldId="256"/>
        </pc:sldMkLst>
        <pc:spChg chg="mod">
          <ac:chgData name="Graciela Maldaner" userId="1c8c4f2feb964350" providerId="LiveId" clId="{D66F5233-BC5D-430B-AB1A-8B9BBB02E98C}" dt="2024-03-07T18:00:15.224" v="1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0:15.224" v="1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0:15.224" v="1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0:15.224" v="1" actId="478"/>
          <ac:spMkLst>
            <pc:docMk/>
            <pc:sldMk cId="0" sldId="256"/>
            <ac:spMk id="13" creationId="{00000000-0000-0000-0000-000000000000}"/>
          </ac:spMkLst>
        </pc:spChg>
        <pc:grpChg chg="del mod">
          <ac:chgData name="Graciela Maldaner" userId="1c8c4f2feb964350" providerId="LiveId" clId="{D66F5233-BC5D-430B-AB1A-8B9BBB02E98C}" dt="2024-03-07T18:00:15.224" v="1" actId="478"/>
          <ac:grpSpMkLst>
            <pc:docMk/>
            <pc:sldMk cId="0" sldId="256"/>
            <ac:grpSpMk id="4" creationId="{00000000-0000-0000-0000-000000000000}"/>
          </ac:grpSpMkLst>
        </pc:grpChg>
        <pc:grpChg chg="mod">
          <ac:chgData name="Graciela Maldaner" userId="1c8c4f2feb964350" providerId="LiveId" clId="{D66F5233-BC5D-430B-AB1A-8B9BBB02E98C}" dt="2024-03-07T18:00:15.224" v="1" actId="478"/>
          <ac:grpSpMkLst>
            <pc:docMk/>
            <pc:sldMk cId="0" sldId="256"/>
            <ac:grpSpMk id="7" creationId="{00000000-0000-0000-0000-000000000000}"/>
          </ac:grpSpMkLst>
        </pc:grpChg>
        <pc:picChg chg="del mod">
          <ac:chgData name="Graciela Maldaner" userId="1c8c4f2feb964350" providerId="LiveId" clId="{D66F5233-BC5D-430B-AB1A-8B9BBB02E98C}" dt="2024-03-07T18:00:15.224" v="1" actId="478"/>
          <ac:picMkLst>
            <pc:docMk/>
            <pc:sldMk cId="0" sldId="256"/>
            <ac:picMk id="1027" creationId="{00000000-0000-0000-0000-000000000000}"/>
          </ac:picMkLst>
        </pc:picChg>
        <pc:picChg chg="del">
          <ac:chgData name="Graciela Maldaner" userId="1c8c4f2feb964350" providerId="LiveId" clId="{D66F5233-BC5D-430B-AB1A-8B9BBB02E98C}" dt="2024-03-07T18:00:14.140" v="0" actId="478"/>
          <ac:picMkLst>
            <pc:docMk/>
            <pc:sldMk cId="0" sldId="256"/>
            <ac:picMk id="1028" creationId="{00000000-0000-0000-0000-000000000000}"/>
          </ac:picMkLst>
        </pc:picChg>
        <pc:picChg chg="mod">
          <ac:chgData name="Graciela Maldaner" userId="1c8c4f2feb964350" providerId="LiveId" clId="{D66F5233-BC5D-430B-AB1A-8B9BBB02E98C}" dt="2024-03-07T18:00:15.224" v="1" actId="478"/>
          <ac:picMkLst>
            <pc:docMk/>
            <pc:sldMk cId="0" sldId="256"/>
            <ac:picMk id="1029" creationId="{00000000-0000-0000-0000-000000000000}"/>
          </ac:picMkLst>
        </pc:picChg>
      </pc:sldChg>
      <pc:sldChg chg="addSp delSp modSp">
        <pc:chgData name="Graciela Maldaner" userId="1c8c4f2feb964350" providerId="LiveId" clId="{D66F5233-BC5D-430B-AB1A-8B9BBB02E98C}" dt="2024-03-07T18:00:22.037" v="3"/>
        <pc:sldMkLst>
          <pc:docMk/>
          <pc:sldMk cId="3349725101" sldId="310"/>
        </pc:sldMkLst>
        <pc:spChg chg="mod">
          <ac:chgData name="Graciela Maldaner" userId="1c8c4f2feb964350" providerId="LiveId" clId="{D66F5233-BC5D-430B-AB1A-8B9BBB02E98C}" dt="2024-03-07T18:00:22.037" v="3"/>
          <ac:spMkLst>
            <pc:docMk/>
            <pc:sldMk cId="3349725101" sldId="310"/>
            <ac:spMk id="10" creationId="{34E3DBFD-653B-ABBB-5EFE-EE2C010E615E}"/>
          </ac:spMkLst>
        </pc:spChg>
        <pc:spChg chg="mod">
          <ac:chgData name="Graciela Maldaner" userId="1c8c4f2feb964350" providerId="LiveId" clId="{D66F5233-BC5D-430B-AB1A-8B9BBB02E98C}" dt="2024-03-07T18:00:22.037" v="3"/>
          <ac:spMkLst>
            <pc:docMk/>
            <pc:sldMk cId="3349725101" sldId="310"/>
            <ac:spMk id="12" creationId="{AB40B787-C548-C748-D935-9FEAABB9C39E}"/>
          </ac:spMkLst>
        </pc:spChg>
        <pc:spChg chg="mod">
          <ac:chgData name="Graciela Maldaner" userId="1c8c4f2feb964350" providerId="LiveId" clId="{D66F5233-BC5D-430B-AB1A-8B9BBB02E98C}" dt="2024-03-07T18:00:22.037" v="3"/>
          <ac:spMkLst>
            <pc:docMk/>
            <pc:sldMk cId="3349725101" sldId="310"/>
            <ac:spMk id="18" creationId="{0F043544-A57E-7F39-8B34-1A6E3AD1C3F9}"/>
          </ac:spMkLst>
        </pc:spChg>
        <pc:spChg chg="mod">
          <ac:chgData name="Graciela Maldaner" userId="1c8c4f2feb964350" providerId="LiveId" clId="{D66F5233-BC5D-430B-AB1A-8B9BBB02E98C}" dt="2024-03-07T18:00:22.037" v="3"/>
          <ac:spMkLst>
            <pc:docMk/>
            <pc:sldMk cId="3349725101" sldId="310"/>
            <ac:spMk id="19" creationId="{1904F230-56B2-AE6C-AD0A-01B48AB4CC7B}"/>
          </ac:spMkLst>
        </pc:spChg>
        <pc:grpChg chg="del">
          <ac:chgData name="Graciela Maldaner" userId="1c8c4f2feb964350" providerId="LiveId" clId="{D66F5233-BC5D-430B-AB1A-8B9BBB02E98C}" dt="2024-03-07T18:00:21.446" v="2" actId="478"/>
          <ac:grpSpMkLst>
            <pc:docMk/>
            <pc:sldMk cId="3349725101" sldId="310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0:22.037" v="3"/>
          <ac:grpSpMkLst>
            <pc:docMk/>
            <pc:sldMk cId="3349725101" sldId="310"/>
            <ac:grpSpMk id="8" creationId="{94BBB008-E497-35E6-1718-B330B99A19DC}"/>
          </ac:grpSpMkLst>
        </pc:grpChg>
        <pc:picChg chg="mod">
          <ac:chgData name="Graciela Maldaner" userId="1c8c4f2feb964350" providerId="LiveId" clId="{D66F5233-BC5D-430B-AB1A-8B9BBB02E98C}" dt="2024-03-07T18:00:22.037" v="3"/>
          <ac:picMkLst>
            <pc:docMk/>
            <pc:sldMk cId="3349725101" sldId="310"/>
            <ac:picMk id="9" creationId="{5B33DAC2-89C7-1695-A956-010EF1DD0F01}"/>
          </ac:picMkLst>
        </pc:picChg>
      </pc:sldChg>
      <pc:sldChg chg="addSp delSp modSp">
        <pc:chgData name="Graciela Maldaner" userId="1c8c4f2feb964350" providerId="LiveId" clId="{D66F5233-BC5D-430B-AB1A-8B9BBB02E98C}" dt="2024-03-07T18:00:27.095" v="5"/>
        <pc:sldMkLst>
          <pc:docMk/>
          <pc:sldMk cId="3349725101" sldId="311"/>
        </pc:sldMkLst>
        <pc:spChg chg="mod">
          <ac:chgData name="Graciela Maldaner" userId="1c8c4f2feb964350" providerId="LiveId" clId="{D66F5233-BC5D-430B-AB1A-8B9BBB02E98C}" dt="2024-03-07T18:00:27.095" v="5"/>
          <ac:spMkLst>
            <pc:docMk/>
            <pc:sldMk cId="3349725101" sldId="311"/>
            <ac:spMk id="10" creationId="{21515CB2-6D8B-E17D-488F-DAF4E1AE39C5}"/>
          </ac:spMkLst>
        </pc:spChg>
        <pc:spChg chg="mod">
          <ac:chgData name="Graciela Maldaner" userId="1c8c4f2feb964350" providerId="LiveId" clId="{D66F5233-BC5D-430B-AB1A-8B9BBB02E98C}" dt="2024-03-07T18:00:27.095" v="5"/>
          <ac:spMkLst>
            <pc:docMk/>
            <pc:sldMk cId="3349725101" sldId="311"/>
            <ac:spMk id="12" creationId="{00A34599-76FC-15F0-50C9-448B027DF1D0}"/>
          </ac:spMkLst>
        </pc:spChg>
        <pc:spChg chg="mod">
          <ac:chgData name="Graciela Maldaner" userId="1c8c4f2feb964350" providerId="LiveId" clId="{D66F5233-BC5D-430B-AB1A-8B9BBB02E98C}" dt="2024-03-07T18:00:27.095" v="5"/>
          <ac:spMkLst>
            <pc:docMk/>
            <pc:sldMk cId="3349725101" sldId="311"/>
            <ac:spMk id="29" creationId="{32A37022-B9BE-6A9F-C20B-DCFFB77AB616}"/>
          </ac:spMkLst>
        </pc:spChg>
        <pc:spChg chg="mod">
          <ac:chgData name="Graciela Maldaner" userId="1c8c4f2feb964350" providerId="LiveId" clId="{D66F5233-BC5D-430B-AB1A-8B9BBB02E98C}" dt="2024-03-07T18:00:27.095" v="5"/>
          <ac:spMkLst>
            <pc:docMk/>
            <pc:sldMk cId="3349725101" sldId="311"/>
            <ac:spMk id="30" creationId="{1AFD53DF-ABBB-05C7-F286-C8A5886BB779}"/>
          </ac:spMkLst>
        </pc:spChg>
        <pc:grpChg chg="add mod">
          <ac:chgData name="Graciela Maldaner" userId="1c8c4f2feb964350" providerId="LiveId" clId="{D66F5233-BC5D-430B-AB1A-8B9BBB02E98C}" dt="2024-03-07T18:00:27.095" v="5"/>
          <ac:grpSpMkLst>
            <pc:docMk/>
            <pc:sldMk cId="3349725101" sldId="311"/>
            <ac:grpSpMk id="2" creationId="{FBB06FF0-0838-7F51-44A2-3AC8E1CA9C37}"/>
          </ac:grpSpMkLst>
        </pc:grpChg>
        <pc:grpChg chg="del">
          <ac:chgData name="Graciela Maldaner" userId="1c8c4f2feb964350" providerId="LiveId" clId="{D66F5233-BC5D-430B-AB1A-8B9BBB02E98C}" dt="2024-03-07T18:00:25.903" v="4" actId="478"/>
          <ac:grpSpMkLst>
            <pc:docMk/>
            <pc:sldMk cId="3349725101" sldId="311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0:27.095" v="5"/>
          <ac:picMkLst>
            <pc:docMk/>
            <pc:sldMk cId="3349725101" sldId="311"/>
            <ac:picMk id="9" creationId="{256559EB-C568-C0A7-2C64-2FBE1B6826B9}"/>
          </ac:picMkLst>
        </pc:picChg>
      </pc:sldChg>
      <pc:sldChg chg="addSp delSp modSp">
        <pc:chgData name="Graciela Maldaner" userId="1c8c4f2feb964350" providerId="LiveId" clId="{D66F5233-BC5D-430B-AB1A-8B9BBB02E98C}" dt="2024-03-07T18:00:32.010" v="7"/>
        <pc:sldMkLst>
          <pc:docMk/>
          <pc:sldMk cId="269881590" sldId="312"/>
        </pc:sldMkLst>
        <pc:spChg chg="mod">
          <ac:chgData name="Graciela Maldaner" userId="1c8c4f2feb964350" providerId="LiveId" clId="{D66F5233-BC5D-430B-AB1A-8B9BBB02E98C}" dt="2024-03-07T18:00:32.010" v="7"/>
          <ac:spMkLst>
            <pc:docMk/>
            <pc:sldMk cId="269881590" sldId="312"/>
            <ac:spMk id="10" creationId="{19FA11BD-17B2-A673-26C1-E6EDB8F50911}"/>
          </ac:spMkLst>
        </pc:spChg>
        <pc:spChg chg="mod">
          <ac:chgData name="Graciela Maldaner" userId="1c8c4f2feb964350" providerId="LiveId" clId="{D66F5233-BC5D-430B-AB1A-8B9BBB02E98C}" dt="2024-03-07T18:00:32.010" v="7"/>
          <ac:spMkLst>
            <pc:docMk/>
            <pc:sldMk cId="269881590" sldId="312"/>
            <ac:spMk id="12" creationId="{6193EA4E-64D1-3ACD-D3A5-B7ED3FE9BCD5}"/>
          </ac:spMkLst>
        </pc:spChg>
        <pc:spChg chg="mod">
          <ac:chgData name="Graciela Maldaner" userId="1c8c4f2feb964350" providerId="LiveId" clId="{D66F5233-BC5D-430B-AB1A-8B9BBB02E98C}" dt="2024-03-07T18:00:32.010" v="7"/>
          <ac:spMkLst>
            <pc:docMk/>
            <pc:sldMk cId="269881590" sldId="312"/>
            <ac:spMk id="14" creationId="{9F3C04AB-E1E3-E88C-5B71-93E92CBED710}"/>
          </ac:spMkLst>
        </pc:spChg>
        <pc:spChg chg="mod">
          <ac:chgData name="Graciela Maldaner" userId="1c8c4f2feb964350" providerId="LiveId" clId="{D66F5233-BC5D-430B-AB1A-8B9BBB02E98C}" dt="2024-03-07T18:00:32.010" v="7"/>
          <ac:spMkLst>
            <pc:docMk/>
            <pc:sldMk cId="269881590" sldId="312"/>
            <ac:spMk id="15" creationId="{688AA2C5-1713-A96B-8243-AAABBD14BCFC}"/>
          </ac:spMkLst>
        </pc:spChg>
        <pc:grpChg chg="add mod">
          <ac:chgData name="Graciela Maldaner" userId="1c8c4f2feb964350" providerId="LiveId" clId="{D66F5233-BC5D-430B-AB1A-8B9BBB02E98C}" dt="2024-03-07T18:00:32.010" v="7"/>
          <ac:grpSpMkLst>
            <pc:docMk/>
            <pc:sldMk cId="269881590" sldId="312"/>
            <ac:grpSpMk id="2" creationId="{AA471C5B-9CE0-412E-A734-9B84FA10C510}"/>
          </ac:grpSpMkLst>
        </pc:grpChg>
        <pc:grpChg chg="del">
          <ac:chgData name="Graciela Maldaner" userId="1c8c4f2feb964350" providerId="LiveId" clId="{D66F5233-BC5D-430B-AB1A-8B9BBB02E98C}" dt="2024-03-07T18:00:30.880" v="6" actId="478"/>
          <ac:grpSpMkLst>
            <pc:docMk/>
            <pc:sldMk cId="269881590" sldId="312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0:32.010" v="7"/>
          <ac:picMkLst>
            <pc:docMk/>
            <pc:sldMk cId="269881590" sldId="312"/>
            <ac:picMk id="9" creationId="{355E47BA-1124-2915-CCC5-12748BE9AA9D}"/>
          </ac:picMkLst>
        </pc:picChg>
      </pc:sldChg>
      <pc:sldChg chg="addSp delSp modSp">
        <pc:chgData name="Graciela Maldaner" userId="1c8c4f2feb964350" providerId="LiveId" clId="{D66F5233-BC5D-430B-AB1A-8B9BBB02E98C}" dt="2024-03-07T18:00:37.192" v="9"/>
        <pc:sldMkLst>
          <pc:docMk/>
          <pc:sldMk cId="288623496" sldId="313"/>
        </pc:sldMkLst>
        <pc:spChg chg="mod">
          <ac:chgData name="Graciela Maldaner" userId="1c8c4f2feb964350" providerId="LiveId" clId="{D66F5233-BC5D-430B-AB1A-8B9BBB02E98C}" dt="2024-03-07T18:00:37.192" v="9"/>
          <ac:spMkLst>
            <pc:docMk/>
            <pc:sldMk cId="288623496" sldId="313"/>
            <ac:spMk id="12" creationId="{26854BCE-B893-D308-883E-6BA2C99E172C}"/>
          </ac:spMkLst>
        </pc:spChg>
        <pc:spChg chg="mod">
          <ac:chgData name="Graciela Maldaner" userId="1c8c4f2feb964350" providerId="LiveId" clId="{D66F5233-BC5D-430B-AB1A-8B9BBB02E98C}" dt="2024-03-07T18:00:37.192" v="9"/>
          <ac:spMkLst>
            <pc:docMk/>
            <pc:sldMk cId="288623496" sldId="313"/>
            <ac:spMk id="15" creationId="{9C1F6374-E579-FA30-BDF1-574299A57B79}"/>
          </ac:spMkLst>
        </pc:spChg>
        <pc:spChg chg="mod">
          <ac:chgData name="Graciela Maldaner" userId="1c8c4f2feb964350" providerId="LiveId" clId="{D66F5233-BC5D-430B-AB1A-8B9BBB02E98C}" dt="2024-03-07T18:00:37.192" v="9"/>
          <ac:spMkLst>
            <pc:docMk/>
            <pc:sldMk cId="288623496" sldId="313"/>
            <ac:spMk id="19" creationId="{5174B11A-D0F8-2BA2-BE0B-B666CD9A5135}"/>
          </ac:spMkLst>
        </pc:spChg>
        <pc:spChg chg="mod">
          <ac:chgData name="Graciela Maldaner" userId="1c8c4f2feb964350" providerId="LiveId" clId="{D66F5233-BC5D-430B-AB1A-8B9BBB02E98C}" dt="2024-03-07T18:00:37.192" v="9"/>
          <ac:spMkLst>
            <pc:docMk/>
            <pc:sldMk cId="288623496" sldId="313"/>
            <ac:spMk id="20" creationId="{416AD7EB-A164-E992-8F66-0B138193EFEF}"/>
          </ac:spMkLst>
        </pc:spChg>
        <pc:grpChg chg="del">
          <ac:chgData name="Graciela Maldaner" userId="1c8c4f2feb964350" providerId="LiveId" clId="{D66F5233-BC5D-430B-AB1A-8B9BBB02E98C}" dt="2024-03-07T18:00:36.051" v="8" actId="478"/>
          <ac:grpSpMkLst>
            <pc:docMk/>
            <pc:sldMk cId="288623496" sldId="313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0:37.192" v="9"/>
          <ac:grpSpMkLst>
            <pc:docMk/>
            <pc:sldMk cId="288623496" sldId="313"/>
            <ac:grpSpMk id="9" creationId="{33092F06-051B-B37A-AFB0-02D531F71F16}"/>
          </ac:grpSpMkLst>
        </pc:grpChg>
        <pc:picChg chg="mod">
          <ac:chgData name="Graciela Maldaner" userId="1c8c4f2feb964350" providerId="LiveId" clId="{D66F5233-BC5D-430B-AB1A-8B9BBB02E98C}" dt="2024-03-07T18:00:37.192" v="9"/>
          <ac:picMkLst>
            <pc:docMk/>
            <pc:sldMk cId="288623496" sldId="313"/>
            <ac:picMk id="10" creationId="{A37380FF-D8F6-32E6-12F5-E3D26CA88475}"/>
          </ac:picMkLst>
        </pc:picChg>
      </pc:sldChg>
      <pc:sldChg chg="addSp delSp modSp">
        <pc:chgData name="Graciela Maldaner" userId="1c8c4f2feb964350" providerId="LiveId" clId="{D66F5233-BC5D-430B-AB1A-8B9BBB02E98C}" dt="2024-03-07T18:00:42.152" v="11"/>
        <pc:sldMkLst>
          <pc:docMk/>
          <pc:sldMk cId="288623496" sldId="314"/>
        </pc:sldMkLst>
        <pc:spChg chg="mod">
          <ac:chgData name="Graciela Maldaner" userId="1c8c4f2feb964350" providerId="LiveId" clId="{D66F5233-BC5D-430B-AB1A-8B9BBB02E98C}" dt="2024-03-07T18:00:42.152" v="11"/>
          <ac:spMkLst>
            <pc:docMk/>
            <pc:sldMk cId="288623496" sldId="314"/>
            <ac:spMk id="9" creationId="{15B59D62-A34B-BD5F-6869-003D6DD620B0}"/>
          </ac:spMkLst>
        </pc:spChg>
        <pc:spChg chg="mod">
          <ac:chgData name="Graciela Maldaner" userId="1c8c4f2feb964350" providerId="LiveId" clId="{D66F5233-BC5D-430B-AB1A-8B9BBB02E98C}" dt="2024-03-07T18:00:42.152" v="11"/>
          <ac:spMkLst>
            <pc:docMk/>
            <pc:sldMk cId="288623496" sldId="314"/>
            <ac:spMk id="10" creationId="{4042CC48-0AEA-1997-D5C6-9249E6654636}"/>
          </ac:spMkLst>
        </pc:spChg>
        <pc:spChg chg="mod">
          <ac:chgData name="Graciela Maldaner" userId="1c8c4f2feb964350" providerId="LiveId" clId="{D66F5233-BC5D-430B-AB1A-8B9BBB02E98C}" dt="2024-03-07T18:00:42.152" v="11"/>
          <ac:spMkLst>
            <pc:docMk/>
            <pc:sldMk cId="288623496" sldId="314"/>
            <ac:spMk id="12" creationId="{33DD3B34-E103-37F3-AD5B-DBE3A1D83A8B}"/>
          </ac:spMkLst>
        </pc:spChg>
        <pc:spChg chg="mod">
          <ac:chgData name="Graciela Maldaner" userId="1c8c4f2feb964350" providerId="LiveId" clId="{D66F5233-BC5D-430B-AB1A-8B9BBB02E98C}" dt="2024-03-07T18:00:42.152" v="11"/>
          <ac:spMkLst>
            <pc:docMk/>
            <pc:sldMk cId="288623496" sldId="314"/>
            <ac:spMk id="15" creationId="{2CD3EED3-60FE-A96E-F408-D79331B23C64}"/>
          </ac:spMkLst>
        </pc:spChg>
        <pc:grpChg chg="add mod">
          <ac:chgData name="Graciela Maldaner" userId="1c8c4f2feb964350" providerId="LiveId" clId="{D66F5233-BC5D-430B-AB1A-8B9BBB02E98C}" dt="2024-03-07T18:00:42.152" v="11"/>
          <ac:grpSpMkLst>
            <pc:docMk/>
            <pc:sldMk cId="288623496" sldId="314"/>
            <ac:grpSpMk id="2" creationId="{BF811D85-F6C9-C6DB-452A-D004BD9729D4}"/>
          </ac:grpSpMkLst>
        </pc:grpChg>
        <pc:grpChg chg="del">
          <ac:chgData name="Graciela Maldaner" userId="1c8c4f2feb964350" providerId="LiveId" clId="{D66F5233-BC5D-430B-AB1A-8B9BBB02E98C}" dt="2024-03-07T18:00:41.197" v="10" actId="478"/>
          <ac:grpSpMkLst>
            <pc:docMk/>
            <pc:sldMk cId="288623496" sldId="314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0:42.152" v="11"/>
          <ac:picMkLst>
            <pc:docMk/>
            <pc:sldMk cId="288623496" sldId="314"/>
            <ac:picMk id="8" creationId="{5D09EAF8-685F-7939-3A02-F3C4BA310398}"/>
          </ac:picMkLst>
        </pc:picChg>
      </pc:sldChg>
      <pc:sldChg chg="addSp delSp modSp">
        <pc:chgData name="Graciela Maldaner" userId="1c8c4f2feb964350" providerId="LiveId" clId="{D66F5233-BC5D-430B-AB1A-8B9BBB02E98C}" dt="2024-03-07T18:00:46.256" v="13"/>
        <pc:sldMkLst>
          <pc:docMk/>
          <pc:sldMk cId="288623496" sldId="315"/>
        </pc:sldMkLst>
        <pc:spChg chg="mod">
          <ac:chgData name="Graciela Maldaner" userId="1c8c4f2feb964350" providerId="LiveId" clId="{D66F5233-BC5D-430B-AB1A-8B9BBB02E98C}" dt="2024-03-07T18:00:46.256" v="13"/>
          <ac:spMkLst>
            <pc:docMk/>
            <pc:sldMk cId="288623496" sldId="315"/>
            <ac:spMk id="18" creationId="{5B97FDC1-A253-14D8-7D0A-7B349B7D112C}"/>
          </ac:spMkLst>
        </pc:spChg>
        <pc:spChg chg="mod">
          <ac:chgData name="Graciela Maldaner" userId="1c8c4f2feb964350" providerId="LiveId" clId="{D66F5233-BC5D-430B-AB1A-8B9BBB02E98C}" dt="2024-03-07T18:00:46.256" v="13"/>
          <ac:spMkLst>
            <pc:docMk/>
            <pc:sldMk cId="288623496" sldId="315"/>
            <ac:spMk id="19" creationId="{18EB7B3B-160A-C3E9-D87A-3679249EA04D}"/>
          </ac:spMkLst>
        </pc:spChg>
        <pc:spChg chg="mod">
          <ac:chgData name="Graciela Maldaner" userId="1c8c4f2feb964350" providerId="LiveId" clId="{D66F5233-BC5D-430B-AB1A-8B9BBB02E98C}" dt="2024-03-07T18:00:46.256" v="13"/>
          <ac:spMkLst>
            <pc:docMk/>
            <pc:sldMk cId="288623496" sldId="315"/>
            <ac:spMk id="20" creationId="{2593783A-ABE9-572E-46D9-090CC6C7ED9B}"/>
          </ac:spMkLst>
        </pc:spChg>
        <pc:spChg chg="mod">
          <ac:chgData name="Graciela Maldaner" userId="1c8c4f2feb964350" providerId="LiveId" clId="{D66F5233-BC5D-430B-AB1A-8B9BBB02E98C}" dt="2024-03-07T18:00:46.256" v="13"/>
          <ac:spMkLst>
            <pc:docMk/>
            <pc:sldMk cId="288623496" sldId="315"/>
            <ac:spMk id="21" creationId="{A37B4D23-A6C6-AC53-03E4-A2B0C24A6127}"/>
          </ac:spMkLst>
        </pc:spChg>
        <pc:grpChg chg="del">
          <ac:chgData name="Graciela Maldaner" userId="1c8c4f2feb964350" providerId="LiveId" clId="{D66F5233-BC5D-430B-AB1A-8B9BBB02E98C}" dt="2024-03-07T18:00:45.173" v="12" actId="478"/>
          <ac:grpSpMkLst>
            <pc:docMk/>
            <pc:sldMk cId="288623496" sldId="315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0:46.256" v="13"/>
          <ac:grpSpMkLst>
            <pc:docMk/>
            <pc:sldMk cId="288623496" sldId="315"/>
            <ac:grpSpMk id="15" creationId="{0C6FAC3E-40A8-7192-53F6-2274BC578C72}"/>
          </ac:grpSpMkLst>
        </pc:grpChg>
        <pc:picChg chg="mod">
          <ac:chgData name="Graciela Maldaner" userId="1c8c4f2feb964350" providerId="LiveId" clId="{D66F5233-BC5D-430B-AB1A-8B9BBB02E98C}" dt="2024-03-07T18:00:46.256" v="13"/>
          <ac:picMkLst>
            <pc:docMk/>
            <pc:sldMk cId="288623496" sldId="315"/>
            <ac:picMk id="17" creationId="{21717385-CE31-9BD8-0BC0-04173B7DE8F0}"/>
          </ac:picMkLst>
        </pc:picChg>
      </pc:sldChg>
      <pc:sldChg chg="addSp delSp modSp">
        <pc:chgData name="Graciela Maldaner" userId="1c8c4f2feb964350" providerId="LiveId" clId="{D66F5233-BC5D-430B-AB1A-8B9BBB02E98C}" dt="2024-03-07T18:00:49.856" v="15"/>
        <pc:sldMkLst>
          <pc:docMk/>
          <pc:sldMk cId="288623496" sldId="316"/>
        </pc:sldMkLst>
        <pc:spChg chg="mod">
          <ac:chgData name="Graciela Maldaner" userId="1c8c4f2feb964350" providerId="LiveId" clId="{D66F5233-BC5D-430B-AB1A-8B9BBB02E98C}" dt="2024-03-07T18:00:49.856" v="15"/>
          <ac:spMkLst>
            <pc:docMk/>
            <pc:sldMk cId="288623496" sldId="316"/>
            <ac:spMk id="9" creationId="{FEB8D34C-5589-ABF5-C772-A101A59BA310}"/>
          </ac:spMkLst>
        </pc:spChg>
        <pc:spChg chg="mod">
          <ac:chgData name="Graciela Maldaner" userId="1c8c4f2feb964350" providerId="LiveId" clId="{D66F5233-BC5D-430B-AB1A-8B9BBB02E98C}" dt="2024-03-07T18:00:49.856" v="15"/>
          <ac:spMkLst>
            <pc:docMk/>
            <pc:sldMk cId="288623496" sldId="316"/>
            <ac:spMk id="10" creationId="{55C632EA-711D-00F1-8EA2-753B48133A79}"/>
          </ac:spMkLst>
        </pc:spChg>
        <pc:spChg chg="mod">
          <ac:chgData name="Graciela Maldaner" userId="1c8c4f2feb964350" providerId="LiveId" clId="{D66F5233-BC5D-430B-AB1A-8B9BBB02E98C}" dt="2024-03-07T18:00:49.856" v="15"/>
          <ac:spMkLst>
            <pc:docMk/>
            <pc:sldMk cId="288623496" sldId="316"/>
            <ac:spMk id="12" creationId="{6E35F48F-0B1B-E3BB-534E-D845576B1E6A}"/>
          </ac:spMkLst>
        </pc:spChg>
        <pc:spChg chg="mod">
          <ac:chgData name="Graciela Maldaner" userId="1c8c4f2feb964350" providerId="LiveId" clId="{D66F5233-BC5D-430B-AB1A-8B9BBB02E98C}" dt="2024-03-07T18:00:49.856" v="15"/>
          <ac:spMkLst>
            <pc:docMk/>
            <pc:sldMk cId="288623496" sldId="316"/>
            <ac:spMk id="15" creationId="{9653C770-5771-B2FF-02DB-B86A5CFCF4C3}"/>
          </ac:spMkLst>
        </pc:spChg>
        <pc:grpChg chg="add mod">
          <ac:chgData name="Graciela Maldaner" userId="1c8c4f2feb964350" providerId="LiveId" clId="{D66F5233-BC5D-430B-AB1A-8B9BBB02E98C}" dt="2024-03-07T18:00:49.856" v="15"/>
          <ac:grpSpMkLst>
            <pc:docMk/>
            <pc:sldMk cId="288623496" sldId="316"/>
            <ac:grpSpMk id="2" creationId="{6E02C26A-54A0-EABB-673F-49A7A99BAA67}"/>
          </ac:grpSpMkLst>
        </pc:grpChg>
        <pc:grpChg chg="del">
          <ac:chgData name="Graciela Maldaner" userId="1c8c4f2feb964350" providerId="LiveId" clId="{D66F5233-BC5D-430B-AB1A-8B9BBB02E98C}" dt="2024-03-07T18:00:48.614" v="14" actId="478"/>
          <ac:grpSpMkLst>
            <pc:docMk/>
            <pc:sldMk cId="288623496" sldId="316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0:49.856" v="15"/>
          <ac:picMkLst>
            <pc:docMk/>
            <pc:sldMk cId="288623496" sldId="316"/>
            <ac:picMk id="8" creationId="{B5E989FC-240E-4DE6-C500-DB2AAC77ECBD}"/>
          </ac:picMkLst>
        </pc:picChg>
      </pc:sldChg>
      <pc:sldChg chg="addSp delSp modSp">
        <pc:chgData name="Graciela Maldaner" userId="1c8c4f2feb964350" providerId="LiveId" clId="{D66F5233-BC5D-430B-AB1A-8B9BBB02E98C}" dt="2024-03-07T18:00:56.772" v="17"/>
        <pc:sldMkLst>
          <pc:docMk/>
          <pc:sldMk cId="2153777870" sldId="317"/>
        </pc:sldMkLst>
        <pc:spChg chg="mod">
          <ac:chgData name="Graciela Maldaner" userId="1c8c4f2feb964350" providerId="LiveId" clId="{D66F5233-BC5D-430B-AB1A-8B9BBB02E98C}" dt="2024-03-07T18:00:56.772" v="17"/>
          <ac:spMkLst>
            <pc:docMk/>
            <pc:sldMk cId="2153777870" sldId="317"/>
            <ac:spMk id="9" creationId="{B058F76E-9F09-9F71-7EFA-DDC4A697856C}"/>
          </ac:spMkLst>
        </pc:spChg>
        <pc:spChg chg="mod">
          <ac:chgData name="Graciela Maldaner" userId="1c8c4f2feb964350" providerId="LiveId" clId="{D66F5233-BC5D-430B-AB1A-8B9BBB02E98C}" dt="2024-03-07T18:00:56.772" v="17"/>
          <ac:spMkLst>
            <pc:docMk/>
            <pc:sldMk cId="2153777870" sldId="317"/>
            <ac:spMk id="10" creationId="{9215B26C-D569-3E05-70ED-DD7B5DB7C817}"/>
          </ac:spMkLst>
        </pc:spChg>
        <pc:spChg chg="mod">
          <ac:chgData name="Graciela Maldaner" userId="1c8c4f2feb964350" providerId="LiveId" clId="{D66F5233-BC5D-430B-AB1A-8B9BBB02E98C}" dt="2024-03-07T18:00:56.772" v="17"/>
          <ac:spMkLst>
            <pc:docMk/>
            <pc:sldMk cId="2153777870" sldId="317"/>
            <ac:spMk id="12" creationId="{E47D14E6-621C-3C61-9E81-23854DC52B18}"/>
          </ac:spMkLst>
        </pc:spChg>
        <pc:spChg chg="mod">
          <ac:chgData name="Graciela Maldaner" userId="1c8c4f2feb964350" providerId="LiveId" clId="{D66F5233-BC5D-430B-AB1A-8B9BBB02E98C}" dt="2024-03-07T18:00:56.772" v="17"/>
          <ac:spMkLst>
            <pc:docMk/>
            <pc:sldMk cId="2153777870" sldId="317"/>
            <ac:spMk id="17" creationId="{BBAB584D-9C56-524B-E17A-2FAD08B72150}"/>
          </ac:spMkLst>
        </pc:spChg>
        <pc:grpChg chg="add mod">
          <ac:chgData name="Graciela Maldaner" userId="1c8c4f2feb964350" providerId="LiveId" clId="{D66F5233-BC5D-430B-AB1A-8B9BBB02E98C}" dt="2024-03-07T18:00:56.772" v="17"/>
          <ac:grpSpMkLst>
            <pc:docMk/>
            <pc:sldMk cId="2153777870" sldId="317"/>
            <ac:grpSpMk id="2" creationId="{A3FAFE52-F3BE-5A9F-EE24-7AD5E09CA42C}"/>
          </ac:grpSpMkLst>
        </pc:grpChg>
        <pc:grpChg chg="del">
          <ac:chgData name="Graciela Maldaner" userId="1c8c4f2feb964350" providerId="LiveId" clId="{D66F5233-BC5D-430B-AB1A-8B9BBB02E98C}" dt="2024-03-07T18:00:55.772" v="16" actId="478"/>
          <ac:grpSpMkLst>
            <pc:docMk/>
            <pc:sldMk cId="2153777870" sldId="317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0:56.772" v="17"/>
          <ac:picMkLst>
            <pc:docMk/>
            <pc:sldMk cId="2153777870" sldId="317"/>
            <ac:picMk id="8" creationId="{1D292C26-ED64-3C2A-4DAE-3483997AD666}"/>
          </ac:picMkLst>
        </pc:picChg>
      </pc:sldChg>
      <pc:sldChg chg="addSp delSp modSp">
        <pc:chgData name="Graciela Maldaner" userId="1c8c4f2feb964350" providerId="LiveId" clId="{D66F5233-BC5D-430B-AB1A-8B9BBB02E98C}" dt="2024-03-07T18:01:00.426" v="19"/>
        <pc:sldMkLst>
          <pc:docMk/>
          <pc:sldMk cId="2153777870" sldId="318"/>
        </pc:sldMkLst>
        <pc:spChg chg="mod">
          <ac:chgData name="Graciela Maldaner" userId="1c8c4f2feb964350" providerId="LiveId" clId="{D66F5233-BC5D-430B-AB1A-8B9BBB02E98C}" dt="2024-03-07T18:01:00.426" v="19"/>
          <ac:spMkLst>
            <pc:docMk/>
            <pc:sldMk cId="2153777870" sldId="318"/>
            <ac:spMk id="9" creationId="{5ACBB131-2432-E070-05BF-FF0FBFC01EA7}"/>
          </ac:spMkLst>
        </pc:spChg>
        <pc:spChg chg="mod">
          <ac:chgData name="Graciela Maldaner" userId="1c8c4f2feb964350" providerId="LiveId" clId="{D66F5233-BC5D-430B-AB1A-8B9BBB02E98C}" dt="2024-03-07T18:01:00.426" v="19"/>
          <ac:spMkLst>
            <pc:docMk/>
            <pc:sldMk cId="2153777870" sldId="318"/>
            <ac:spMk id="10" creationId="{92CF3C2E-6B06-15E0-347F-EB42DE29D18C}"/>
          </ac:spMkLst>
        </pc:spChg>
        <pc:spChg chg="mod">
          <ac:chgData name="Graciela Maldaner" userId="1c8c4f2feb964350" providerId="LiveId" clId="{D66F5233-BC5D-430B-AB1A-8B9BBB02E98C}" dt="2024-03-07T18:01:00.426" v="19"/>
          <ac:spMkLst>
            <pc:docMk/>
            <pc:sldMk cId="2153777870" sldId="318"/>
            <ac:spMk id="12" creationId="{06552F50-5CA8-1252-6746-AB22F6F63228}"/>
          </ac:spMkLst>
        </pc:spChg>
        <pc:spChg chg="mod">
          <ac:chgData name="Graciela Maldaner" userId="1c8c4f2feb964350" providerId="LiveId" clId="{D66F5233-BC5D-430B-AB1A-8B9BBB02E98C}" dt="2024-03-07T18:01:00.426" v="19"/>
          <ac:spMkLst>
            <pc:docMk/>
            <pc:sldMk cId="2153777870" sldId="318"/>
            <ac:spMk id="14" creationId="{BE9E7DCC-248B-ED91-423F-D0C1DC4AC63B}"/>
          </ac:spMkLst>
        </pc:spChg>
        <pc:grpChg chg="add mod">
          <ac:chgData name="Graciela Maldaner" userId="1c8c4f2feb964350" providerId="LiveId" clId="{D66F5233-BC5D-430B-AB1A-8B9BBB02E98C}" dt="2024-03-07T18:01:00.426" v="19"/>
          <ac:grpSpMkLst>
            <pc:docMk/>
            <pc:sldMk cId="2153777870" sldId="318"/>
            <ac:grpSpMk id="2" creationId="{09C41587-2F85-6F86-012B-A35FB8DF0550}"/>
          </ac:grpSpMkLst>
        </pc:grpChg>
        <pc:grpChg chg="del">
          <ac:chgData name="Graciela Maldaner" userId="1c8c4f2feb964350" providerId="LiveId" clId="{D66F5233-BC5D-430B-AB1A-8B9BBB02E98C}" dt="2024-03-07T18:00:59.269" v="18" actId="478"/>
          <ac:grpSpMkLst>
            <pc:docMk/>
            <pc:sldMk cId="2153777870" sldId="318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00.426" v="19"/>
          <ac:picMkLst>
            <pc:docMk/>
            <pc:sldMk cId="2153777870" sldId="318"/>
            <ac:picMk id="8" creationId="{C4FFB040-65B9-E22D-05E1-12C1EFCDBBF4}"/>
          </ac:picMkLst>
        </pc:picChg>
      </pc:sldChg>
      <pc:sldChg chg="addSp delSp modSp">
        <pc:chgData name="Graciela Maldaner" userId="1c8c4f2feb964350" providerId="LiveId" clId="{D66F5233-BC5D-430B-AB1A-8B9BBB02E98C}" dt="2024-03-07T18:01:09.833" v="23"/>
        <pc:sldMkLst>
          <pc:docMk/>
          <pc:sldMk cId="2153777870" sldId="319"/>
        </pc:sldMkLst>
        <pc:spChg chg="mod">
          <ac:chgData name="Graciela Maldaner" userId="1c8c4f2feb964350" providerId="LiveId" clId="{D66F5233-BC5D-430B-AB1A-8B9BBB02E98C}" dt="2024-03-07T18:01:09.833" v="23"/>
          <ac:spMkLst>
            <pc:docMk/>
            <pc:sldMk cId="2153777870" sldId="319"/>
            <ac:spMk id="10" creationId="{0AC32020-0CEE-4EE6-9ABC-5AFEB101234C}"/>
          </ac:spMkLst>
        </pc:spChg>
        <pc:spChg chg="mod">
          <ac:chgData name="Graciela Maldaner" userId="1c8c4f2feb964350" providerId="LiveId" clId="{D66F5233-BC5D-430B-AB1A-8B9BBB02E98C}" dt="2024-03-07T18:01:09.833" v="23"/>
          <ac:spMkLst>
            <pc:docMk/>
            <pc:sldMk cId="2153777870" sldId="319"/>
            <ac:spMk id="12" creationId="{B0AB01BE-9F70-0D07-5D18-8C79495973F5}"/>
          </ac:spMkLst>
        </pc:spChg>
        <pc:spChg chg="mod">
          <ac:chgData name="Graciela Maldaner" userId="1c8c4f2feb964350" providerId="LiveId" clId="{D66F5233-BC5D-430B-AB1A-8B9BBB02E98C}" dt="2024-03-07T18:01:09.833" v="23"/>
          <ac:spMkLst>
            <pc:docMk/>
            <pc:sldMk cId="2153777870" sldId="319"/>
            <ac:spMk id="15" creationId="{1CBF516B-E872-D251-4499-E7D39B7B626B}"/>
          </ac:spMkLst>
        </pc:spChg>
        <pc:spChg chg="mod">
          <ac:chgData name="Graciela Maldaner" userId="1c8c4f2feb964350" providerId="LiveId" clId="{D66F5233-BC5D-430B-AB1A-8B9BBB02E98C}" dt="2024-03-07T18:01:09.833" v="23"/>
          <ac:spMkLst>
            <pc:docMk/>
            <pc:sldMk cId="2153777870" sldId="319"/>
            <ac:spMk id="16" creationId="{DEA60199-41CD-6FC1-66F2-3AE6AE36A7AA}"/>
          </ac:spMkLst>
        </pc:spChg>
        <pc:grpChg chg="del">
          <ac:chgData name="Graciela Maldaner" userId="1c8c4f2feb964350" providerId="LiveId" clId="{D66F5233-BC5D-430B-AB1A-8B9BBB02E98C}" dt="2024-03-07T18:01:08.817" v="22" actId="478"/>
          <ac:grpSpMkLst>
            <pc:docMk/>
            <pc:sldMk cId="2153777870" sldId="319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1:09.833" v="23"/>
          <ac:grpSpMkLst>
            <pc:docMk/>
            <pc:sldMk cId="2153777870" sldId="319"/>
            <ac:grpSpMk id="8" creationId="{5879141F-8BA5-31F6-9DE5-AF51E293CE78}"/>
          </ac:grpSpMkLst>
        </pc:grpChg>
        <pc:picChg chg="mod">
          <ac:chgData name="Graciela Maldaner" userId="1c8c4f2feb964350" providerId="LiveId" clId="{D66F5233-BC5D-430B-AB1A-8B9BBB02E98C}" dt="2024-03-07T18:01:09.833" v="23"/>
          <ac:picMkLst>
            <pc:docMk/>
            <pc:sldMk cId="2153777870" sldId="319"/>
            <ac:picMk id="9" creationId="{6A18EACA-7031-6711-F930-79F05CB78C1C}"/>
          </ac:picMkLst>
        </pc:picChg>
      </pc:sldChg>
      <pc:sldChg chg="addSp delSp modSp">
        <pc:chgData name="Graciela Maldaner" userId="1c8c4f2feb964350" providerId="LiveId" clId="{D66F5233-BC5D-430B-AB1A-8B9BBB02E98C}" dt="2024-03-07T18:01:19.087" v="27"/>
        <pc:sldMkLst>
          <pc:docMk/>
          <pc:sldMk cId="2153777870" sldId="320"/>
        </pc:sldMkLst>
        <pc:spChg chg="mod">
          <ac:chgData name="Graciela Maldaner" userId="1c8c4f2feb964350" providerId="LiveId" clId="{D66F5233-BC5D-430B-AB1A-8B9BBB02E98C}" dt="2024-03-07T18:01:19.087" v="27"/>
          <ac:spMkLst>
            <pc:docMk/>
            <pc:sldMk cId="2153777870" sldId="320"/>
            <ac:spMk id="10" creationId="{A2BC1D6F-CD76-4EFE-5642-116A0BE3EA76}"/>
          </ac:spMkLst>
        </pc:spChg>
        <pc:spChg chg="mod">
          <ac:chgData name="Graciela Maldaner" userId="1c8c4f2feb964350" providerId="LiveId" clId="{D66F5233-BC5D-430B-AB1A-8B9BBB02E98C}" dt="2024-03-07T18:01:19.087" v="27"/>
          <ac:spMkLst>
            <pc:docMk/>
            <pc:sldMk cId="2153777870" sldId="320"/>
            <ac:spMk id="12" creationId="{2DA48509-8933-9486-ED61-33147ACA4D28}"/>
          </ac:spMkLst>
        </pc:spChg>
        <pc:spChg chg="mod">
          <ac:chgData name="Graciela Maldaner" userId="1c8c4f2feb964350" providerId="LiveId" clId="{D66F5233-BC5D-430B-AB1A-8B9BBB02E98C}" dt="2024-03-07T18:01:19.087" v="27"/>
          <ac:spMkLst>
            <pc:docMk/>
            <pc:sldMk cId="2153777870" sldId="320"/>
            <ac:spMk id="15" creationId="{0BBCBF40-1CC0-E50C-511A-87D076F9221E}"/>
          </ac:spMkLst>
        </pc:spChg>
        <pc:spChg chg="mod">
          <ac:chgData name="Graciela Maldaner" userId="1c8c4f2feb964350" providerId="LiveId" clId="{D66F5233-BC5D-430B-AB1A-8B9BBB02E98C}" dt="2024-03-07T18:01:19.087" v="27"/>
          <ac:spMkLst>
            <pc:docMk/>
            <pc:sldMk cId="2153777870" sldId="320"/>
            <ac:spMk id="17" creationId="{520C0D59-4FDE-9D54-A1D6-FF0D7098BC36}"/>
          </ac:spMkLst>
        </pc:spChg>
        <pc:grpChg chg="del">
          <ac:chgData name="Graciela Maldaner" userId="1c8c4f2feb964350" providerId="LiveId" clId="{D66F5233-BC5D-430B-AB1A-8B9BBB02E98C}" dt="2024-03-07T18:01:18.103" v="26" actId="478"/>
          <ac:grpSpMkLst>
            <pc:docMk/>
            <pc:sldMk cId="2153777870" sldId="320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1:19.087" v="27"/>
          <ac:grpSpMkLst>
            <pc:docMk/>
            <pc:sldMk cId="2153777870" sldId="320"/>
            <ac:grpSpMk id="8" creationId="{8454C15D-D56A-1DC9-D650-8DB4CA3764C8}"/>
          </ac:grpSpMkLst>
        </pc:grpChg>
        <pc:picChg chg="mod">
          <ac:chgData name="Graciela Maldaner" userId="1c8c4f2feb964350" providerId="LiveId" clId="{D66F5233-BC5D-430B-AB1A-8B9BBB02E98C}" dt="2024-03-07T18:01:19.087" v="27"/>
          <ac:picMkLst>
            <pc:docMk/>
            <pc:sldMk cId="2153777870" sldId="320"/>
            <ac:picMk id="9" creationId="{6CF4F479-1515-F1AF-BDE6-FB0BD044AC2D}"/>
          </ac:picMkLst>
        </pc:picChg>
      </pc:sldChg>
      <pc:sldChg chg="addSp delSp modSp">
        <pc:chgData name="Graciela Maldaner" userId="1c8c4f2feb964350" providerId="LiveId" clId="{D66F5233-BC5D-430B-AB1A-8B9BBB02E98C}" dt="2024-03-07T18:01:13.697" v="25"/>
        <pc:sldMkLst>
          <pc:docMk/>
          <pc:sldMk cId="2153777870" sldId="321"/>
        </pc:sldMkLst>
        <pc:spChg chg="mod">
          <ac:chgData name="Graciela Maldaner" userId="1c8c4f2feb964350" providerId="LiveId" clId="{D66F5233-BC5D-430B-AB1A-8B9BBB02E98C}" dt="2024-03-07T18:01:13.697" v="25"/>
          <ac:spMkLst>
            <pc:docMk/>
            <pc:sldMk cId="2153777870" sldId="321"/>
            <ac:spMk id="10" creationId="{ACD4101A-7701-F51C-773B-665C6AEBCB8D}"/>
          </ac:spMkLst>
        </pc:spChg>
        <pc:spChg chg="mod">
          <ac:chgData name="Graciela Maldaner" userId="1c8c4f2feb964350" providerId="LiveId" clId="{D66F5233-BC5D-430B-AB1A-8B9BBB02E98C}" dt="2024-03-07T18:01:13.697" v="25"/>
          <ac:spMkLst>
            <pc:docMk/>
            <pc:sldMk cId="2153777870" sldId="321"/>
            <ac:spMk id="12" creationId="{CA0742FF-A931-6AB2-DEC9-A432315D9F81}"/>
          </ac:spMkLst>
        </pc:spChg>
        <pc:spChg chg="mod">
          <ac:chgData name="Graciela Maldaner" userId="1c8c4f2feb964350" providerId="LiveId" clId="{D66F5233-BC5D-430B-AB1A-8B9BBB02E98C}" dt="2024-03-07T18:01:13.697" v="25"/>
          <ac:spMkLst>
            <pc:docMk/>
            <pc:sldMk cId="2153777870" sldId="321"/>
            <ac:spMk id="14" creationId="{F0BFC87A-4BFA-B188-8DAB-E5A61BA18F26}"/>
          </ac:spMkLst>
        </pc:spChg>
        <pc:spChg chg="mod">
          <ac:chgData name="Graciela Maldaner" userId="1c8c4f2feb964350" providerId="LiveId" clId="{D66F5233-BC5D-430B-AB1A-8B9BBB02E98C}" dt="2024-03-07T18:01:13.697" v="25"/>
          <ac:spMkLst>
            <pc:docMk/>
            <pc:sldMk cId="2153777870" sldId="321"/>
            <ac:spMk id="17" creationId="{1D852631-9EAD-0645-D33E-6EB1896A55CD}"/>
          </ac:spMkLst>
        </pc:spChg>
        <pc:grpChg chg="add mod">
          <ac:chgData name="Graciela Maldaner" userId="1c8c4f2feb964350" providerId="LiveId" clId="{D66F5233-BC5D-430B-AB1A-8B9BBB02E98C}" dt="2024-03-07T18:01:13.697" v="25"/>
          <ac:grpSpMkLst>
            <pc:docMk/>
            <pc:sldMk cId="2153777870" sldId="321"/>
            <ac:grpSpMk id="2" creationId="{9369DCA0-D59B-8A84-74A1-D1006CCD47D2}"/>
          </ac:grpSpMkLst>
        </pc:grpChg>
        <pc:grpChg chg="del">
          <ac:chgData name="Graciela Maldaner" userId="1c8c4f2feb964350" providerId="LiveId" clId="{D66F5233-BC5D-430B-AB1A-8B9BBB02E98C}" dt="2024-03-07T18:01:12.712" v="24" actId="478"/>
          <ac:grpSpMkLst>
            <pc:docMk/>
            <pc:sldMk cId="2153777870" sldId="321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13.697" v="25"/>
          <ac:picMkLst>
            <pc:docMk/>
            <pc:sldMk cId="2153777870" sldId="321"/>
            <ac:picMk id="9" creationId="{04DE78C2-BA00-B264-6D33-A67F3B5C0B7B}"/>
          </ac:picMkLst>
        </pc:picChg>
      </pc:sldChg>
      <pc:sldChg chg="addSp delSp modSp">
        <pc:chgData name="Graciela Maldaner" userId="1c8c4f2feb964350" providerId="LiveId" clId="{D66F5233-BC5D-430B-AB1A-8B9BBB02E98C}" dt="2024-03-07T18:01:04.267" v="21"/>
        <pc:sldMkLst>
          <pc:docMk/>
          <pc:sldMk cId="949476795" sldId="322"/>
        </pc:sldMkLst>
        <pc:spChg chg="mod">
          <ac:chgData name="Graciela Maldaner" userId="1c8c4f2feb964350" providerId="LiveId" clId="{D66F5233-BC5D-430B-AB1A-8B9BBB02E98C}" dt="2024-03-07T18:01:04.267" v="21"/>
          <ac:spMkLst>
            <pc:docMk/>
            <pc:sldMk cId="949476795" sldId="322"/>
            <ac:spMk id="9" creationId="{6942299B-76C1-C59A-7EBC-AA949EE8DAF1}"/>
          </ac:spMkLst>
        </pc:spChg>
        <pc:spChg chg="mod">
          <ac:chgData name="Graciela Maldaner" userId="1c8c4f2feb964350" providerId="LiveId" clId="{D66F5233-BC5D-430B-AB1A-8B9BBB02E98C}" dt="2024-03-07T18:01:04.267" v="21"/>
          <ac:spMkLst>
            <pc:docMk/>
            <pc:sldMk cId="949476795" sldId="322"/>
            <ac:spMk id="10" creationId="{F91D0080-47CF-DCF0-458D-99D2861E274E}"/>
          </ac:spMkLst>
        </pc:spChg>
        <pc:spChg chg="mod">
          <ac:chgData name="Graciela Maldaner" userId="1c8c4f2feb964350" providerId="LiveId" clId="{D66F5233-BC5D-430B-AB1A-8B9BBB02E98C}" dt="2024-03-07T18:01:04.267" v="21"/>
          <ac:spMkLst>
            <pc:docMk/>
            <pc:sldMk cId="949476795" sldId="322"/>
            <ac:spMk id="12" creationId="{A2C1C63C-767F-1C1A-88F9-4063BDDAD711}"/>
          </ac:spMkLst>
        </pc:spChg>
        <pc:spChg chg="mod">
          <ac:chgData name="Graciela Maldaner" userId="1c8c4f2feb964350" providerId="LiveId" clId="{D66F5233-BC5D-430B-AB1A-8B9BBB02E98C}" dt="2024-03-07T18:01:04.267" v="21"/>
          <ac:spMkLst>
            <pc:docMk/>
            <pc:sldMk cId="949476795" sldId="322"/>
            <ac:spMk id="14" creationId="{2A8765F6-2EE5-288D-ABDD-4371135B5D39}"/>
          </ac:spMkLst>
        </pc:spChg>
        <pc:grpChg chg="add mod">
          <ac:chgData name="Graciela Maldaner" userId="1c8c4f2feb964350" providerId="LiveId" clId="{D66F5233-BC5D-430B-AB1A-8B9BBB02E98C}" dt="2024-03-07T18:01:04.267" v="21"/>
          <ac:grpSpMkLst>
            <pc:docMk/>
            <pc:sldMk cId="949476795" sldId="322"/>
            <ac:grpSpMk id="2" creationId="{1D191FB7-F270-4BD3-C25B-8AFED07D4A89}"/>
          </ac:grpSpMkLst>
        </pc:grpChg>
        <pc:grpChg chg="del">
          <ac:chgData name="Graciela Maldaner" userId="1c8c4f2feb964350" providerId="LiveId" clId="{D66F5233-BC5D-430B-AB1A-8B9BBB02E98C}" dt="2024-03-07T18:01:03.177" v="20" actId="478"/>
          <ac:grpSpMkLst>
            <pc:docMk/>
            <pc:sldMk cId="949476795" sldId="322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04.267" v="21"/>
          <ac:picMkLst>
            <pc:docMk/>
            <pc:sldMk cId="949476795" sldId="322"/>
            <ac:picMk id="8" creationId="{2A7E1CC0-DC76-AC9F-9AA6-9ABC84A2EFA6}"/>
          </ac:picMkLst>
        </pc:picChg>
      </pc:sldChg>
      <pc:sldChg chg="addSp delSp modSp">
        <pc:chgData name="Graciela Maldaner" userId="1c8c4f2feb964350" providerId="LiveId" clId="{D66F5233-BC5D-430B-AB1A-8B9BBB02E98C}" dt="2024-03-07T18:01:23.187" v="29"/>
        <pc:sldMkLst>
          <pc:docMk/>
          <pc:sldMk cId="3855298619" sldId="323"/>
        </pc:sldMkLst>
        <pc:spChg chg="mod">
          <ac:chgData name="Graciela Maldaner" userId="1c8c4f2feb964350" providerId="LiveId" clId="{D66F5233-BC5D-430B-AB1A-8B9BBB02E98C}" dt="2024-03-07T18:01:23.187" v="29"/>
          <ac:spMkLst>
            <pc:docMk/>
            <pc:sldMk cId="3855298619" sldId="323"/>
            <ac:spMk id="9" creationId="{CF860202-FD35-3436-4AC1-2BE1A1CB43DC}"/>
          </ac:spMkLst>
        </pc:spChg>
        <pc:spChg chg="mod">
          <ac:chgData name="Graciela Maldaner" userId="1c8c4f2feb964350" providerId="LiveId" clId="{D66F5233-BC5D-430B-AB1A-8B9BBB02E98C}" dt="2024-03-07T18:01:23.187" v="29"/>
          <ac:spMkLst>
            <pc:docMk/>
            <pc:sldMk cId="3855298619" sldId="323"/>
            <ac:spMk id="10" creationId="{FD1F6EA9-C583-0D21-D814-A07555ED2952}"/>
          </ac:spMkLst>
        </pc:spChg>
        <pc:spChg chg="mod">
          <ac:chgData name="Graciela Maldaner" userId="1c8c4f2feb964350" providerId="LiveId" clId="{D66F5233-BC5D-430B-AB1A-8B9BBB02E98C}" dt="2024-03-07T18:01:23.187" v="29"/>
          <ac:spMkLst>
            <pc:docMk/>
            <pc:sldMk cId="3855298619" sldId="323"/>
            <ac:spMk id="12" creationId="{EC15AD33-1ED6-9841-16A8-0D119592B6A2}"/>
          </ac:spMkLst>
        </pc:spChg>
        <pc:spChg chg="mod">
          <ac:chgData name="Graciela Maldaner" userId="1c8c4f2feb964350" providerId="LiveId" clId="{D66F5233-BC5D-430B-AB1A-8B9BBB02E98C}" dt="2024-03-07T18:01:23.187" v="29"/>
          <ac:spMkLst>
            <pc:docMk/>
            <pc:sldMk cId="3855298619" sldId="323"/>
            <ac:spMk id="15" creationId="{1655A8EC-E067-2DBD-A901-1AC6423160AD}"/>
          </ac:spMkLst>
        </pc:spChg>
        <pc:grpChg chg="add mod">
          <ac:chgData name="Graciela Maldaner" userId="1c8c4f2feb964350" providerId="LiveId" clId="{D66F5233-BC5D-430B-AB1A-8B9BBB02E98C}" dt="2024-03-07T18:01:23.187" v="29"/>
          <ac:grpSpMkLst>
            <pc:docMk/>
            <pc:sldMk cId="3855298619" sldId="323"/>
            <ac:grpSpMk id="2" creationId="{AF2F1B1A-E7A3-33DB-9D21-E38243A618EC}"/>
          </ac:grpSpMkLst>
        </pc:grpChg>
        <pc:grpChg chg="del">
          <ac:chgData name="Graciela Maldaner" userId="1c8c4f2feb964350" providerId="LiveId" clId="{D66F5233-BC5D-430B-AB1A-8B9BBB02E98C}" dt="2024-03-07T18:01:21.654" v="28" actId="478"/>
          <ac:grpSpMkLst>
            <pc:docMk/>
            <pc:sldMk cId="3855298619" sldId="323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23.187" v="29"/>
          <ac:picMkLst>
            <pc:docMk/>
            <pc:sldMk cId="3855298619" sldId="323"/>
            <ac:picMk id="8" creationId="{6BFA6284-278A-81FC-24A3-C753FE80D457}"/>
          </ac:picMkLst>
        </pc:picChg>
      </pc:sldChg>
      <pc:sldChg chg="addSp delSp modSp">
        <pc:chgData name="Graciela Maldaner" userId="1c8c4f2feb964350" providerId="LiveId" clId="{D66F5233-BC5D-430B-AB1A-8B9BBB02E98C}" dt="2024-03-07T18:01:34.297" v="33"/>
        <pc:sldMkLst>
          <pc:docMk/>
          <pc:sldMk cId="1616402179" sldId="324"/>
        </pc:sldMkLst>
        <pc:spChg chg="mod">
          <ac:chgData name="Graciela Maldaner" userId="1c8c4f2feb964350" providerId="LiveId" clId="{D66F5233-BC5D-430B-AB1A-8B9BBB02E98C}" dt="2024-03-07T18:01:34.297" v="33"/>
          <ac:spMkLst>
            <pc:docMk/>
            <pc:sldMk cId="1616402179" sldId="324"/>
            <ac:spMk id="9" creationId="{DF107560-1507-FB36-6EDF-65706BFC6883}"/>
          </ac:spMkLst>
        </pc:spChg>
        <pc:spChg chg="mod">
          <ac:chgData name="Graciela Maldaner" userId="1c8c4f2feb964350" providerId="LiveId" clId="{D66F5233-BC5D-430B-AB1A-8B9BBB02E98C}" dt="2024-03-07T18:01:34.297" v="33"/>
          <ac:spMkLst>
            <pc:docMk/>
            <pc:sldMk cId="1616402179" sldId="324"/>
            <ac:spMk id="10" creationId="{14B39FBF-08D8-9D26-00B4-8BCF1C4010D4}"/>
          </ac:spMkLst>
        </pc:spChg>
        <pc:spChg chg="mod">
          <ac:chgData name="Graciela Maldaner" userId="1c8c4f2feb964350" providerId="LiveId" clId="{D66F5233-BC5D-430B-AB1A-8B9BBB02E98C}" dt="2024-03-07T18:01:34.297" v="33"/>
          <ac:spMkLst>
            <pc:docMk/>
            <pc:sldMk cId="1616402179" sldId="324"/>
            <ac:spMk id="12" creationId="{EA4740BA-7CD6-E7E5-1CE2-AE758B9CD097}"/>
          </ac:spMkLst>
        </pc:spChg>
        <pc:spChg chg="mod">
          <ac:chgData name="Graciela Maldaner" userId="1c8c4f2feb964350" providerId="LiveId" clId="{D66F5233-BC5D-430B-AB1A-8B9BBB02E98C}" dt="2024-03-07T18:01:34.297" v="33"/>
          <ac:spMkLst>
            <pc:docMk/>
            <pc:sldMk cId="1616402179" sldId="324"/>
            <ac:spMk id="14" creationId="{3EE62A8F-636C-C1A5-2473-F8CEF11EE05A}"/>
          </ac:spMkLst>
        </pc:spChg>
        <pc:grpChg chg="add mod">
          <ac:chgData name="Graciela Maldaner" userId="1c8c4f2feb964350" providerId="LiveId" clId="{D66F5233-BC5D-430B-AB1A-8B9BBB02E98C}" dt="2024-03-07T18:01:34.297" v="33"/>
          <ac:grpSpMkLst>
            <pc:docMk/>
            <pc:sldMk cId="1616402179" sldId="324"/>
            <ac:grpSpMk id="2" creationId="{517A4C78-38D1-7BE3-FB62-A2EBCE277CF7}"/>
          </ac:grpSpMkLst>
        </pc:grpChg>
        <pc:grpChg chg="del">
          <ac:chgData name="Graciela Maldaner" userId="1c8c4f2feb964350" providerId="LiveId" clId="{D66F5233-BC5D-430B-AB1A-8B9BBB02E98C}" dt="2024-03-07T18:01:33.156" v="32" actId="478"/>
          <ac:grpSpMkLst>
            <pc:docMk/>
            <pc:sldMk cId="1616402179" sldId="324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34.297" v="33"/>
          <ac:picMkLst>
            <pc:docMk/>
            <pc:sldMk cId="1616402179" sldId="324"/>
            <ac:picMk id="8" creationId="{D052D95F-CE08-D53D-F1A8-905FCAA2E388}"/>
          </ac:picMkLst>
        </pc:picChg>
        <pc:picChg chg="del mod">
          <ac:chgData name="Graciela Maldaner" userId="1c8c4f2feb964350" providerId="LiveId" clId="{D66F5233-BC5D-430B-AB1A-8B9BBB02E98C}" dt="2024-03-07T18:01:31.795" v="31" actId="478"/>
          <ac:picMkLst>
            <pc:docMk/>
            <pc:sldMk cId="1616402179" sldId="324"/>
            <ac:picMk id="2050" creationId="{00000000-0000-0000-0000-000000000000}"/>
          </ac:picMkLst>
        </pc:picChg>
      </pc:sldChg>
      <pc:sldChg chg="addSp delSp modSp">
        <pc:chgData name="Graciela Maldaner" userId="1c8c4f2feb964350" providerId="LiveId" clId="{D66F5233-BC5D-430B-AB1A-8B9BBB02E98C}" dt="2024-03-07T18:01:38.767" v="35"/>
        <pc:sldMkLst>
          <pc:docMk/>
          <pc:sldMk cId="1616402179" sldId="325"/>
        </pc:sldMkLst>
        <pc:spChg chg="mod">
          <ac:chgData name="Graciela Maldaner" userId="1c8c4f2feb964350" providerId="LiveId" clId="{D66F5233-BC5D-430B-AB1A-8B9BBB02E98C}" dt="2024-03-07T18:01:38.767" v="35"/>
          <ac:spMkLst>
            <pc:docMk/>
            <pc:sldMk cId="1616402179" sldId="325"/>
            <ac:spMk id="12" creationId="{E8BFD873-A085-0B7C-0163-66DA9E966D56}"/>
          </ac:spMkLst>
        </pc:spChg>
        <pc:spChg chg="mod">
          <ac:chgData name="Graciela Maldaner" userId="1c8c4f2feb964350" providerId="LiveId" clId="{D66F5233-BC5D-430B-AB1A-8B9BBB02E98C}" dt="2024-03-07T18:01:38.767" v="35"/>
          <ac:spMkLst>
            <pc:docMk/>
            <pc:sldMk cId="1616402179" sldId="325"/>
            <ac:spMk id="17" creationId="{50D2F9A2-1E60-564D-7147-914BCE900527}"/>
          </ac:spMkLst>
        </pc:spChg>
        <pc:spChg chg="mod">
          <ac:chgData name="Graciela Maldaner" userId="1c8c4f2feb964350" providerId="LiveId" clId="{D66F5233-BC5D-430B-AB1A-8B9BBB02E98C}" dt="2024-03-07T18:01:38.767" v="35"/>
          <ac:spMkLst>
            <pc:docMk/>
            <pc:sldMk cId="1616402179" sldId="325"/>
            <ac:spMk id="18" creationId="{256B1689-FAEB-50C3-5B11-B1E72FCCD364}"/>
          </ac:spMkLst>
        </pc:spChg>
        <pc:spChg chg="mod">
          <ac:chgData name="Graciela Maldaner" userId="1c8c4f2feb964350" providerId="LiveId" clId="{D66F5233-BC5D-430B-AB1A-8B9BBB02E98C}" dt="2024-03-07T18:01:38.767" v="35"/>
          <ac:spMkLst>
            <pc:docMk/>
            <pc:sldMk cId="1616402179" sldId="325"/>
            <ac:spMk id="19" creationId="{22C11DA3-6E40-CD85-8F9D-BD5897A3EB71}"/>
          </ac:spMkLst>
        </pc:spChg>
        <pc:grpChg chg="del">
          <ac:chgData name="Graciela Maldaner" userId="1c8c4f2feb964350" providerId="LiveId" clId="{D66F5233-BC5D-430B-AB1A-8B9BBB02E98C}" dt="2024-03-07T18:01:37.829" v="34" actId="478"/>
          <ac:grpSpMkLst>
            <pc:docMk/>
            <pc:sldMk cId="1616402179" sldId="325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1:38.767" v="35"/>
          <ac:grpSpMkLst>
            <pc:docMk/>
            <pc:sldMk cId="1616402179" sldId="325"/>
            <ac:grpSpMk id="9" creationId="{892620F3-43E3-6C31-F3E7-5FD042305201}"/>
          </ac:grpSpMkLst>
        </pc:grpChg>
        <pc:picChg chg="mod">
          <ac:chgData name="Graciela Maldaner" userId="1c8c4f2feb964350" providerId="LiveId" clId="{D66F5233-BC5D-430B-AB1A-8B9BBB02E98C}" dt="2024-03-07T18:01:38.767" v="35"/>
          <ac:picMkLst>
            <pc:docMk/>
            <pc:sldMk cId="1616402179" sldId="325"/>
            <ac:picMk id="10" creationId="{C59C0FFE-1D14-6208-B4AD-0ADD86024445}"/>
          </ac:picMkLst>
        </pc:picChg>
      </pc:sldChg>
      <pc:sldChg chg="addSp delSp modSp">
        <pc:chgData name="Graciela Maldaner" userId="1c8c4f2feb964350" providerId="LiveId" clId="{D66F5233-BC5D-430B-AB1A-8B9BBB02E98C}" dt="2024-03-07T18:01:42.080" v="37"/>
        <pc:sldMkLst>
          <pc:docMk/>
          <pc:sldMk cId="1616402179" sldId="326"/>
        </pc:sldMkLst>
        <pc:spChg chg="mod">
          <ac:chgData name="Graciela Maldaner" userId="1c8c4f2feb964350" providerId="LiveId" clId="{D66F5233-BC5D-430B-AB1A-8B9BBB02E98C}" dt="2024-03-07T18:01:42.080" v="37"/>
          <ac:spMkLst>
            <pc:docMk/>
            <pc:sldMk cId="1616402179" sldId="326"/>
            <ac:spMk id="10" creationId="{1FD0049D-2B26-7A09-9D94-91D6D3F766EC}"/>
          </ac:spMkLst>
        </pc:spChg>
        <pc:spChg chg="mod">
          <ac:chgData name="Graciela Maldaner" userId="1c8c4f2feb964350" providerId="LiveId" clId="{D66F5233-BC5D-430B-AB1A-8B9BBB02E98C}" dt="2024-03-07T18:01:42.080" v="37"/>
          <ac:spMkLst>
            <pc:docMk/>
            <pc:sldMk cId="1616402179" sldId="326"/>
            <ac:spMk id="12" creationId="{1DA48C8B-C063-0ABB-1536-0D6C1B371A06}"/>
          </ac:spMkLst>
        </pc:spChg>
        <pc:spChg chg="mod">
          <ac:chgData name="Graciela Maldaner" userId="1c8c4f2feb964350" providerId="LiveId" clId="{D66F5233-BC5D-430B-AB1A-8B9BBB02E98C}" dt="2024-03-07T18:01:42.080" v="37"/>
          <ac:spMkLst>
            <pc:docMk/>
            <pc:sldMk cId="1616402179" sldId="326"/>
            <ac:spMk id="18" creationId="{E473F4C4-F497-34E5-34A2-EDC9BD36D3FD}"/>
          </ac:spMkLst>
        </pc:spChg>
        <pc:spChg chg="mod">
          <ac:chgData name="Graciela Maldaner" userId="1c8c4f2feb964350" providerId="LiveId" clId="{D66F5233-BC5D-430B-AB1A-8B9BBB02E98C}" dt="2024-03-07T18:01:42.080" v="37"/>
          <ac:spMkLst>
            <pc:docMk/>
            <pc:sldMk cId="1616402179" sldId="326"/>
            <ac:spMk id="19" creationId="{DAA92239-77A9-5414-566B-D5B1E173F01E}"/>
          </ac:spMkLst>
        </pc:spChg>
        <pc:grpChg chg="add mod">
          <ac:chgData name="Graciela Maldaner" userId="1c8c4f2feb964350" providerId="LiveId" clId="{D66F5233-BC5D-430B-AB1A-8B9BBB02E98C}" dt="2024-03-07T18:01:42.080" v="37"/>
          <ac:grpSpMkLst>
            <pc:docMk/>
            <pc:sldMk cId="1616402179" sldId="326"/>
            <ac:grpSpMk id="2" creationId="{07645D49-F9FD-248F-7C10-880E8FCE1DC5}"/>
          </ac:grpSpMkLst>
        </pc:grpChg>
        <pc:grpChg chg="del">
          <ac:chgData name="Graciela Maldaner" userId="1c8c4f2feb964350" providerId="LiveId" clId="{D66F5233-BC5D-430B-AB1A-8B9BBB02E98C}" dt="2024-03-07T18:01:41.080" v="36" actId="478"/>
          <ac:grpSpMkLst>
            <pc:docMk/>
            <pc:sldMk cId="1616402179" sldId="326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42.080" v="37"/>
          <ac:picMkLst>
            <pc:docMk/>
            <pc:sldMk cId="1616402179" sldId="326"/>
            <ac:picMk id="9" creationId="{FFE994BC-C855-3CF7-F266-6975874A1C79}"/>
          </ac:picMkLst>
        </pc:picChg>
      </pc:sldChg>
      <pc:sldChg chg="addSp delSp modSp">
        <pc:chgData name="Graciela Maldaner" userId="1c8c4f2feb964350" providerId="LiveId" clId="{D66F5233-BC5D-430B-AB1A-8B9BBB02E98C}" dt="2024-03-07T18:01:45.989" v="39"/>
        <pc:sldMkLst>
          <pc:docMk/>
          <pc:sldMk cId="1616402179" sldId="327"/>
        </pc:sldMkLst>
        <pc:spChg chg="mod">
          <ac:chgData name="Graciela Maldaner" userId="1c8c4f2feb964350" providerId="LiveId" clId="{D66F5233-BC5D-430B-AB1A-8B9BBB02E98C}" dt="2024-03-07T18:01:45.989" v="39"/>
          <ac:spMkLst>
            <pc:docMk/>
            <pc:sldMk cId="1616402179" sldId="327"/>
            <ac:spMk id="17" creationId="{63BDBDD0-2C48-1F02-F640-CC7A5FFAEAD1}"/>
          </ac:spMkLst>
        </pc:spChg>
        <pc:spChg chg="mod">
          <ac:chgData name="Graciela Maldaner" userId="1c8c4f2feb964350" providerId="LiveId" clId="{D66F5233-BC5D-430B-AB1A-8B9BBB02E98C}" dt="2024-03-07T18:01:45.989" v="39"/>
          <ac:spMkLst>
            <pc:docMk/>
            <pc:sldMk cId="1616402179" sldId="327"/>
            <ac:spMk id="18" creationId="{27E94A53-D8CD-AFC2-4B99-E04999ED7843}"/>
          </ac:spMkLst>
        </pc:spChg>
        <pc:spChg chg="mod">
          <ac:chgData name="Graciela Maldaner" userId="1c8c4f2feb964350" providerId="LiveId" clId="{D66F5233-BC5D-430B-AB1A-8B9BBB02E98C}" dt="2024-03-07T18:01:45.989" v="39"/>
          <ac:spMkLst>
            <pc:docMk/>
            <pc:sldMk cId="1616402179" sldId="327"/>
            <ac:spMk id="19" creationId="{8E80ECA1-158E-030C-CE4B-C41FF2379673}"/>
          </ac:spMkLst>
        </pc:spChg>
        <pc:spChg chg="mod">
          <ac:chgData name="Graciela Maldaner" userId="1c8c4f2feb964350" providerId="LiveId" clId="{D66F5233-BC5D-430B-AB1A-8B9BBB02E98C}" dt="2024-03-07T18:01:45.989" v="39"/>
          <ac:spMkLst>
            <pc:docMk/>
            <pc:sldMk cId="1616402179" sldId="327"/>
            <ac:spMk id="20" creationId="{94170BA3-BCB7-7E39-96E4-95B286235C01}"/>
          </ac:spMkLst>
        </pc:spChg>
        <pc:grpChg chg="del">
          <ac:chgData name="Graciela Maldaner" userId="1c8c4f2feb964350" providerId="LiveId" clId="{D66F5233-BC5D-430B-AB1A-8B9BBB02E98C}" dt="2024-03-07T18:01:45.145" v="38" actId="478"/>
          <ac:grpSpMkLst>
            <pc:docMk/>
            <pc:sldMk cId="1616402179" sldId="327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1:45.989" v="39"/>
          <ac:grpSpMkLst>
            <pc:docMk/>
            <pc:sldMk cId="1616402179" sldId="327"/>
            <ac:grpSpMk id="12" creationId="{B024D7DD-5A6E-675D-B870-0F319483D39E}"/>
          </ac:grpSpMkLst>
        </pc:grpChg>
        <pc:picChg chg="mod">
          <ac:chgData name="Graciela Maldaner" userId="1c8c4f2feb964350" providerId="LiveId" clId="{D66F5233-BC5D-430B-AB1A-8B9BBB02E98C}" dt="2024-03-07T18:01:45.989" v="39"/>
          <ac:picMkLst>
            <pc:docMk/>
            <pc:sldMk cId="1616402179" sldId="327"/>
            <ac:picMk id="16" creationId="{E3AA4670-7E73-940F-80B7-2D6552C2A5DE}"/>
          </ac:picMkLst>
        </pc:picChg>
      </pc:sldChg>
      <pc:sldChg chg="addSp delSp modSp">
        <pc:chgData name="Graciela Maldaner" userId="1c8c4f2feb964350" providerId="LiveId" clId="{D66F5233-BC5D-430B-AB1A-8B9BBB02E98C}" dt="2024-03-07T18:01:49.423" v="41"/>
        <pc:sldMkLst>
          <pc:docMk/>
          <pc:sldMk cId="1616402179" sldId="328"/>
        </pc:sldMkLst>
        <pc:spChg chg="mod">
          <ac:chgData name="Graciela Maldaner" userId="1c8c4f2feb964350" providerId="LiveId" clId="{D66F5233-BC5D-430B-AB1A-8B9BBB02E98C}" dt="2024-03-07T18:01:49.423" v="41"/>
          <ac:spMkLst>
            <pc:docMk/>
            <pc:sldMk cId="1616402179" sldId="328"/>
            <ac:spMk id="17" creationId="{D310F3C7-24B2-1288-19F5-83CAAC889B06}"/>
          </ac:spMkLst>
        </pc:spChg>
        <pc:spChg chg="mod">
          <ac:chgData name="Graciela Maldaner" userId="1c8c4f2feb964350" providerId="LiveId" clId="{D66F5233-BC5D-430B-AB1A-8B9BBB02E98C}" dt="2024-03-07T18:01:49.423" v="41"/>
          <ac:spMkLst>
            <pc:docMk/>
            <pc:sldMk cId="1616402179" sldId="328"/>
            <ac:spMk id="19" creationId="{ABD92BB8-9DEA-549D-5B7F-C5E3AA6641F3}"/>
          </ac:spMkLst>
        </pc:spChg>
        <pc:spChg chg="mod">
          <ac:chgData name="Graciela Maldaner" userId="1c8c4f2feb964350" providerId="LiveId" clId="{D66F5233-BC5D-430B-AB1A-8B9BBB02E98C}" dt="2024-03-07T18:01:49.423" v="41"/>
          <ac:spMkLst>
            <pc:docMk/>
            <pc:sldMk cId="1616402179" sldId="328"/>
            <ac:spMk id="20" creationId="{C5CD1D56-4773-6653-5373-847E2484B037}"/>
          </ac:spMkLst>
        </pc:spChg>
        <pc:spChg chg="mod">
          <ac:chgData name="Graciela Maldaner" userId="1c8c4f2feb964350" providerId="LiveId" clId="{D66F5233-BC5D-430B-AB1A-8B9BBB02E98C}" dt="2024-03-07T18:01:49.423" v="41"/>
          <ac:spMkLst>
            <pc:docMk/>
            <pc:sldMk cId="1616402179" sldId="328"/>
            <ac:spMk id="21" creationId="{5FE93BA7-6391-5463-7419-ADF0D74D5FAF}"/>
          </ac:spMkLst>
        </pc:spChg>
        <pc:grpChg chg="del">
          <ac:chgData name="Graciela Maldaner" userId="1c8c4f2feb964350" providerId="LiveId" clId="{D66F5233-BC5D-430B-AB1A-8B9BBB02E98C}" dt="2024-03-07T18:01:48.498" v="40" actId="478"/>
          <ac:grpSpMkLst>
            <pc:docMk/>
            <pc:sldMk cId="1616402179" sldId="328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1:49.423" v="41"/>
          <ac:grpSpMkLst>
            <pc:docMk/>
            <pc:sldMk cId="1616402179" sldId="328"/>
            <ac:grpSpMk id="10" creationId="{1233B613-0159-17F1-581B-ACB22EA8B896}"/>
          </ac:grpSpMkLst>
        </pc:grpChg>
        <pc:picChg chg="mod">
          <ac:chgData name="Graciela Maldaner" userId="1c8c4f2feb964350" providerId="LiveId" clId="{D66F5233-BC5D-430B-AB1A-8B9BBB02E98C}" dt="2024-03-07T18:01:49.423" v="41"/>
          <ac:picMkLst>
            <pc:docMk/>
            <pc:sldMk cId="1616402179" sldId="328"/>
            <ac:picMk id="12" creationId="{3E917C0D-B770-086B-D8CD-A73CEB0C13F7}"/>
          </ac:picMkLst>
        </pc:picChg>
      </pc:sldChg>
      <pc:sldChg chg="addSp delSp modSp">
        <pc:chgData name="Graciela Maldaner" userId="1c8c4f2feb964350" providerId="LiveId" clId="{D66F5233-BC5D-430B-AB1A-8B9BBB02E98C}" dt="2024-03-07T18:01:53.864" v="43"/>
        <pc:sldMkLst>
          <pc:docMk/>
          <pc:sldMk cId="2925496753" sldId="329"/>
        </pc:sldMkLst>
        <pc:spChg chg="mod">
          <ac:chgData name="Graciela Maldaner" userId="1c8c4f2feb964350" providerId="LiveId" clId="{D66F5233-BC5D-430B-AB1A-8B9BBB02E98C}" dt="2024-03-07T18:01:53.864" v="43"/>
          <ac:spMkLst>
            <pc:docMk/>
            <pc:sldMk cId="2925496753" sldId="329"/>
            <ac:spMk id="15" creationId="{1EEDB677-26EF-9A06-7F14-D8335A16F6D7}"/>
          </ac:spMkLst>
        </pc:spChg>
        <pc:spChg chg="mod">
          <ac:chgData name="Graciela Maldaner" userId="1c8c4f2feb964350" providerId="LiveId" clId="{D66F5233-BC5D-430B-AB1A-8B9BBB02E98C}" dt="2024-03-07T18:01:53.864" v="43"/>
          <ac:spMkLst>
            <pc:docMk/>
            <pc:sldMk cId="2925496753" sldId="329"/>
            <ac:spMk id="16" creationId="{F3118C9C-FA6B-3A23-6548-BC0B516DDE15}"/>
          </ac:spMkLst>
        </pc:spChg>
        <pc:spChg chg="mod">
          <ac:chgData name="Graciela Maldaner" userId="1c8c4f2feb964350" providerId="LiveId" clId="{D66F5233-BC5D-430B-AB1A-8B9BBB02E98C}" dt="2024-03-07T18:01:53.864" v="43"/>
          <ac:spMkLst>
            <pc:docMk/>
            <pc:sldMk cId="2925496753" sldId="329"/>
            <ac:spMk id="17" creationId="{1CB29552-D385-4878-C740-8D37BE7FD599}"/>
          </ac:spMkLst>
        </pc:spChg>
        <pc:spChg chg="mod">
          <ac:chgData name="Graciela Maldaner" userId="1c8c4f2feb964350" providerId="LiveId" clId="{D66F5233-BC5D-430B-AB1A-8B9BBB02E98C}" dt="2024-03-07T18:01:53.864" v="43"/>
          <ac:spMkLst>
            <pc:docMk/>
            <pc:sldMk cId="2925496753" sldId="329"/>
            <ac:spMk id="18" creationId="{BFAA8F74-19C0-DBB8-05EE-49C3E4B5F837}"/>
          </ac:spMkLst>
        </pc:spChg>
        <pc:grpChg chg="del">
          <ac:chgData name="Graciela Maldaner" userId="1c8c4f2feb964350" providerId="LiveId" clId="{D66F5233-BC5D-430B-AB1A-8B9BBB02E98C}" dt="2024-03-07T18:01:52.957" v="42" actId="478"/>
          <ac:grpSpMkLst>
            <pc:docMk/>
            <pc:sldMk cId="2925496753" sldId="329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1:53.864" v="43"/>
          <ac:grpSpMkLst>
            <pc:docMk/>
            <pc:sldMk cId="2925496753" sldId="329"/>
            <ac:grpSpMk id="10" creationId="{9F3253A5-7BD1-0CF0-947E-BF0445FE768A}"/>
          </ac:grpSpMkLst>
        </pc:grpChg>
        <pc:picChg chg="mod">
          <ac:chgData name="Graciela Maldaner" userId="1c8c4f2feb964350" providerId="LiveId" clId="{D66F5233-BC5D-430B-AB1A-8B9BBB02E98C}" dt="2024-03-07T18:01:53.864" v="43"/>
          <ac:picMkLst>
            <pc:docMk/>
            <pc:sldMk cId="2925496753" sldId="329"/>
            <ac:picMk id="12" creationId="{77C7CBB9-7180-B724-465E-BB3EBF0F2C21}"/>
          </ac:picMkLst>
        </pc:picChg>
      </pc:sldChg>
      <pc:sldChg chg="addSp delSp modSp">
        <pc:chgData name="Graciela Maldaner" userId="1c8c4f2feb964350" providerId="LiveId" clId="{D66F5233-BC5D-430B-AB1A-8B9BBB02E98C}" dt="2024-03-07T18:01:56.898" v="45"/>
        <pc:sldMkLst>
          <pc:docMk/>
          <pc:sldMk cId="2925496753" sldId="330"/>
        </pc:sldMkLst>
        <pc:spChg chg="mod">
          <ac:chgData name="Graciela Maldaner" userId="1c8c4f2feb964350" providerId="LiveId" clId="{D66F5233-BC5D-430B-AB1A-8B9BBB02E98C}" dt="2024-03-07T18:01:56.898" v="45"/>
          <ac:spMkLst>
            <pc:docMk/>
            <pc:sldMk cId="2925496753" sldId="330"/>
            <ac:spMk id="9" creationId="{2194BD76-E3FB-18C5-23BE-E2CDD4165087}"/>
          </ac:spMkLst>
        </pc:spChg>
        <pc:spChg chg="mod">
          <ac:chgData name="Graciela Maldaner" userId="1c8c4f2feb964350" providerId="LiveId" clId="{D66F5233-BC5D-430B-AB1A-8B9BBB02E98C}" dt="2024-03-07T18:01:56.898" v="45"/>
          <ac:spMkLst>
            <pc:docMk/>
            <pc:sldMk cId="2925496753" sldId="330"/>
            <ac:spMk id="10" creationId="{B730B1CD-EC3D-2468-DBA6-CFD33EE26A2F}"/>
          </ac:spMkLst>
        </pc:spChg>
        <pc:spChg chg="mod">
          <ac:chgData name="Graciela Maldaner" userId="1c8c4f2feb964350" providerId="LiveId" clId="{D66F5233-BC5D-430B-AB1A-8B9BBB02E98C}" dt="2024-03-07T18:01:56.898" v="45"/>
          <ac:spMkLst>
            <pc:docMk/>
            <pc:sldMk cId="2925496753" sldId="330"/>
            <ac:spMk id="12" creationId="{955FF400-5D3C-E408-216A-F32166FC4FD5}"/>
          </ac:spMkLst>
        </pc:spChg>
        <pc:spChg chg="mod">
          <ac:chgData name="Graciela Maldaner" userId="1c8c4f2feb964350" providerId="LiveId" clId="{D66F5233-BC5D-430B-AB1A-8B9BBB02E98C}" dt="2024-03-07T18:01:56.898" v="45"/>
          <ac:spMkLst>
            <pc:docMk/>
            <pc:sldMk cId="2925496753" sldId="330"/>
            <ac:spMk id="14" creationId="{7FDD907B-0B33-75FF-8822-68CE8095F6AF}"/>
          </ac:spMkLst>
        </pc:spChg>
        <pc:grpChg chg="add mod">
          <ac:chgData name="Graciela Maldaner" userId="1c8c4f2feb964350" providerId="LiveId" clId="{D66F5233-BC5D-430B-AB1A-8B9BBB02E98C}" dt="2024-03-07T18:01:56.898" v="45"/>
          <ac:grpSpMkLst>
            <pc:docMk/>
            <pc:sldMk cId="2925496753" sldId="330"/>
            <ac:grpSpMk id="2" creationId="{65EEDCDF-83B3-AAD7-B4CA-CC88CD8947BE}"/>
          </ac:grpSpMkLst>
        </pc:grpChg>
        <pc:grpChg chg="del">
          <ac:chgData name="Graciela Maldaner" userId="1c8c4f2feb964350" providerId="LiveId" clId="{D66F5233-BC5D-430B-AB1A-8B9BBB02E98C}" dt="2024-03-07T18:01:56.038" v="44" actId="478"/>
          <ac:grpSpMkLst>
            <pc:docMk/>
            <pc:sldMk cId="2925496753" sldId="330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1:56.898" v="45"/>
          <ac:picMkLst>
            <pc:docMk/>
            <pc:sldMk cId="2925496753" sldId="330"/>
            <ac:picMk id="8" creationId="{B7ECD604-11D6-6DB0-94EC-610810EAEC36}"/>
          </ac:picMkLst>
        </pc:picChg>
      </pc:sldChg>
      <pc:sldChg chg="addSp delSp modSp">
        <pc:chgData name="Graciela Maldaner" userId="1c8c4f2feb964350" providerId="LiveId" clId="{D66F5233-BC5D-430B-AB1A-8B9BBB02E98C}" dt="2024-03-07T18:02:01.200" v="47"/>
        <pc:sldMkLst>
          <pc:docMk/>
          <pc:sldMk cId="2925496753" sldId="331"/>
        </pc:sldMkLst>
        <pc:spChg chg="mod">
          <ac:chgData name="Graciela Maldaner" userId="1c8c4f2feb964350" providerId="LiveId" clId="{D66F5233-BC5D-430B-AB1A-8B9BBB02E98C}" dt="2024-03-07T18:02:01.200" v="47"/>
          <ac:spMkLst>
            <pc:docMk/>
            <pc:sldMk cId="2925496753" sldId="331"/>
            <ac:spMk id="9" creationId="{965FA649-A6CE-A8A4-0211-402D814D4F55}"/>
          </ac:spMkLst>
        </pc:spChg>
        <pc:spChg chg="mod">
          <ac:chgData name="Graciela Maldaner" userId="1c8c4f2feb964350" providerId="LiveId" clId="{D66F5233-BC5D-430B-AB1A-8B9BBB02E98C}" dt="2024-03-07T18:02:01.200" v="47"/>
          <ac:spMkLst>
            <pc:docMk/>
            <pc:sldMk cId="2925496753" sldId="331"/>
            <ac:spMk id="10" creationId="{A67BA505-D867-E1BF-61D6-023FCF253E9A}"/>
          </ac:spMkLst>
        </pc:spChg>
        <pc:spChg chg="mod">
          <ac:chgData name="Graciela Maldaner" userId="1c8c4f2feb964350" providerId="LiveId" clId="{D66F5233-BC5D-430B-AB1A-8B9BBB02E98C}" dt="2024-03-07T18:02:01.200" v="47"/>
          <ac:spMkLst>
            <pc:docMk/>
            <pc:sldMk cId="2925496753" sldId="331"/>
            <ac:spMk id="12" creationId="{C77FAECA-24A7-8EE4-577E-AB922EF42735}"/>
          </ac:spMkLst>
        </pc:spChg>
        <pc:spChg chg="mod">
          <ac:chgData name="Graciela Maldaner" userId="1c8c4f2feb964350" providerId="LiveId" clId="{D66F5233-BC5D-430B-AB1A-8B9BBB02E98C}" dt="2024-03-07T18:02:01.200" v="47"/>
          <ac:spMkLst>
            <pc:docMk/>
            <pc:sldMk cId="2925496753" sldId="331"/>
            <ac:spMk id="56" creationId="{07E98A2D-E484-9457-0C41-6012E7B2BEB5}"/>
          </ac:spMkLst>
        </pc:spChg>
        <pc:grpChg chg="add mod">
          <ac:chgData name="Graciela Maldaner" userId="1c8c4f2feb964350" providerId="LiveId" clId="{D66F5233-BC5D-430B-AB1A-8B9BBB02E98C}" dt="2024-03-07T18:02:01.200" v="47"/>
          <ac:grpSpMkLst>
            <pc:docMk/>
            <pc:sldMk cId="2925496753" sldId="331"/>
            <ac:grpSpMk id="2" creationId="{12E5B6A5-A072-7561-F1DE-F46FA5F78BD0}"/>
          </ac:grpSpMkLst>
        </pc:grpChg>
        <pc:grpChg chg="del">
          <ac:chgData name="Graciela Maldaner" userId="1c8c4f2feb964350" providerId="LiveId" clId="{D66F5233-BC5D-430B-AB1A-8B9BBB02E98C}" dt="2024-03-07T18:02:00.278" v="46" actId="478"/>
          <ac:grpSpMkLst>
            <pc:docMk/>
            <pc:sldMk cId="2925496753" sldId="331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2:01.200" v="47"/>
          <ac:picMkLst>
            <pc:docMk/>
            <pc:sldMk cId="2925496753" sldId="331"/>
            <ac:picMk id="8" creationId="{9107BA1C-4D27-FAB9-CF66-4C8CB19FC90A}"/>
          </ac:picMkLst>
        </pc:picChg>
      </pc:sldChg>
      <pc:sldChg chg="addSp delSp modSp">
        <pc:chgData name="Graciela Maldaner" userId="1c8c4f2feb964350" providerId="LiveId" clId="{D66F5233-BC5D-430B-AB1A-8B9BBB02E98C}" dt="2024-03-07T18:02:05.069" v="50"/>
        <pc:sldMkLst>
          <pc:docMk/>
          <pc:sldMk cId="2925496753" sldId="332"/>
        </pc:sldMkLst>
        <pc:spChg chg="mod">
          <ac:chgData name="Graciela Maldaner" userId="1c8c4f2feb964350" providerId="LiveId" clId="{D66F5233-BC5D-430B-AB1A-8B9BBB02E98C}" dt="2024-03-07T18:02:03.662" v="48" actId="1076"/>
          <ac:spMkLst>
            <pc:docMk/>
            <pc:sldMk cId="2925496753" sldId="332"/>
            <ac:spMk id="5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2:03.662" v="48" actId="1076"/>
          <ac:spMkLst>
            <pc:docMk/>
            <pc:sldMk cId="2925496753" sldId="332"/>
            <ac:spMk id="6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2:05.069" v="50"/>
          <ac:spMkLst>
            <pc:docMk/>
            <pc:sldMk cId="2925496753" sldId="332"/>
            <ac:spMk id="10" creationId="{4D006E43-CC94-6461-02B1-477DB54CF04A}"/>
          </ac:spMkLst>
        </pc:spChg>
        <pc:spChg chg="mod">
          <ac:chgData name="Graciela Maldaner" userId="1c8c4f2feb964350" providerId="LiveId" clId="{D66F5233-BC5D-430B-AB1A-8B9BBB02E98C}" dt="2024-03-07T18:02:03.662" v="48" actId="1076"/>
          <ac:spMkLst>
            <pc:docMk/>
            <pc:sldMk cId="2925496753" sldId="332"/>
            <ac:spMk id="11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2:05.069" v="50"/>
          <ac:spMkLst>
            <pc:docMk/>
            <pc:sldMk cId="2925496753" sldId="332"/>
            <ac:spMk id="12" creationId="{17D6B0A6-DF4A-8E7D-9273-54F9604B782D}"/>
          </ac:spMkLst>
        </pc:spChg>
        <pc:spChg chg="mod">
          <ac:chgData name="Graciela Maldaner" userId="1c8c4f2feb964350" providerId="LiveId" clId="{D66F5233-BC5D-430B-AB1A-8B9BBB02E98C}" dt="2024-03-07T18:02:03.662" v="48" actId="1076"/>
          <ac:spMkLst>
            <pc:docMk/>
            <pc:sldMk cId="2925496753" sldId="332"/>
            <ac:spMk id="13" creationId="{00000000-0000-0000-0000-000000000000}"/>
          </ac:spMkLst>
        </pc:spChg>
        <pc:spChg chg="mod">
          <ac:chgData name="Graciela Maldaner" userId="1c8c4f2feb964350" providerId="LiveId" clId="{D66F5233-BC5D-430B-AB1A-8B9BBB02E98C}" dt="2024-03-07T18:02:05.069" v="50"/>
          <ac:spMkLst>
            <pc:docMk/>
            <pc:sldMk cId="2925496753" sldId="332"/>
            <ac:spMk id="16" creationId="{77FE9451-F44C-B72E-7E4D-31D9531B04F6}"/>
          </ac:spMkLst>
        </pc:spChg>
        <pc:spChg chg="mod">
          <ac:chgData name="Graciela Maldaner" userId="1c8c4f2feb964350" providerId="LiveId" clId="{D66F5233-BC5D-430B-AB1A-8B9BBB02E98C}" dt="2024-03-07T18:02:05.069" v="50"/>
          <ac:spMkLst>
            <pc:docMk/>
            <pc:sldMk cId="2925496753" sldId="332"/>
            <ac:spMk id="17" creationId="{E93E925E-108F-6B66-D967-98A2D152078B}"/>
          </ac:spMkLst>
        </pc:spChg>
        <pc:grpChg chg="mod">
          <ac:chgData name="Graciela Maldaner" userId="1c8c4f2feb964350" providerId="LiveId" clId="{D66F5233-BC5D-430B-AB1A-8B9BBB02E98C}" dt="2024-03-07T18:02:03.662" v="48" actId="1076"/>
          <ac:grpSpMkLst>
            <pc:docMk/>
            <pc:sldMk cId="2925496753" sldId="332"/>
            <ac:grpSpMk id="4" creationId="{00000000-0000-0000-0000-000000000000}"/>
          </ac:grpSpMkLst>
        </pc:grpChg>
        <pc:grpChg chg="del mod">
          <ac:chgData name="Graciela Maldaner" userId="1c8c4f2feb964350" providerId="LiveId" clId="{D66F5233-BC5D-430B-AB1A-8B9BBB02E98C}" dt="2024-03-07T18:02:04.147" v="49" actId="478"/>
          <ac:grpSpMkLst>
            <pc:docMk/>
            <pc:sldMk cId="2925496753" sldId="332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2:05.069" v="50"/>
          <ac:grpSpMkLst>
            <pc:docMk/>
            <pc:sldMk cId="2925496753" sldId="332"/>
            <ac:grpSpMk id="8" creationId="{9A237523-917F-C54A-3F38-519EE13BFDCB}"/>
          </ac:grpSpMkLst>
        </pc:grpChg>
        <pc:picChg chg="mod">
          <ac:chgData name="Graciela Maldaner" userId="1c8c4f2feb964350" providerId="LiveId" clId="{D66F5233-BC5D-430B-AB1A-8B9BBB02E98C}" dt="2024-03-07T18:02:05.069" v="50"/>
          <ac:picMkLst>
            <pc:docMk/>
            <pc:sldMk cId="2925496753" sldId="332"/>
            <ac:picMk id="9" creationId="{B7D19CF8-F70F-8216-0E06-267A361BCEFD}"/>
          </ac:picMkLst>
        </pc:picChg>
        <pc:picChg chg="mod">
          <ac:chgData name="Graciela Maldaner" userId="1c8c4f2feb964350" providerId="LiveId" clId="{D66F5233-BC5D-430B-AB1A-8B9BBB02E98C}" dt="2024-03-07T18:02:03.662" v="48" actId="1076"/>
          <ac:picMkLst>
            <pc:docMk/>
            <pc:sldMk cId="2925496753" sldId="332"/>
            <ac:picMk id="1027" creationId="{00000000-0000-0000-0000-000000000000}"/>
          </ac:picMkLst>
        </pc:picChg>
        <pc:picChg chg="mod">
          <ac:chgData name="Graciela Maldaner" userId="1c8c4f2feb964350" providerId="LiveId" clId="{D66F5233-BC5D-430B-AB1A-8B9BBB02E98C}" dt="2024-03-07T18:02:03.662" v="48" actId="1076"/>
          <ac:picMkLst>
            <pc:docMk/>
            <pc:sldMk cId="2925496753" sldId="332"/>
            <ac:picMk id="1028" creationId="{00000000-0000-0000-0000-000000000000}"/>
          </ac:picMkLst>
        </pc:picChg>
        <pc:picChg chg="mod">
          <ac:chgData name="Graciela Maldaner" userId="1c8c4f2feb964350" providerId="LiveId" clId="{D66F5233-BC5D-430B-AB1A-8B9BBB02E98C}" dt="2024-03-07T18:02:03.662" v="48" actId="1076"/>
          <ac:picMkLst>
            <pc:docMk/>
            <pc:sldMk cId="2925496753" sldId="332"/>
            <ac:picMk id="1029" creationId="{00000000-0000-0000-0000-000000000000}"/>
          </ac:picMkLst>
        </pc:picChg>
      </pc:sldChg>
      <pc:sldChg chg="addSp delSp modSp">
        <pc:chgData name="Graciela Maldaner" userId="1c8c4f2feb964350" providerId="LiveId" clId="{D66F5233-BC5D-430B-AB1A-8B9BBB02E98C}" dt="2024-03-07T18:02:13.823" v="54"/>
        <pc:sldMkLst>
          <pc:docMk/>
          <pc:sldMk cId="1456446738" sldId="333"/>
        </pc:sldMkLst>
        <pc:spChg chg="mod">
          <ac:chgData name="Graciela Maldaner" userId="1c8c4f2feb964350" providerId="LiveId" clId="{D66F5233-BC5D-430B-AB1A-8B9BBB02E98C}" dt="2024-03-07T18:02:13.823" v="54"/>
          <ac:spMkLst>
            <pc:docMk/>
            <pc:sldMk cId="1456446738" sldId="333"/>
            <ac:spMk id="15" creationId="{05C3E766-E582-1F2D-DE51-FB8982F4E9A0}"/>
          </ac:spMkLst>
        </pc:spChg>
        <pc:spChg chg="mod">
          <ac:chgData name="Graciela Maldaner" userId="1c8c4f2feb964350" providerId="LiveId" clId="{D66F5233-BC5D-430B-AB1A-8B9BBB02E98C}" dt="2024-03-07T18:02:13.823" v="54"/>
          <ac:spMkLst>
            <pc:docMk/>
            <pc:sldMk cId="1456446738" sldId="333"/>
            <ac:spMk id="78" creationId="{CCF1D2BE-25E2-B9C9-21AB-424B48FF692F}"/>
          </ac:spMkLst>
        </pc:spChg>
        <pc:spChg chg="mod">
          <ac:chgData name="Graciela Maldaner" userId="1c8c4f2feb964350" providerId="LiveId" clId="{D66F5233-BC5D-430B-AB1A-8B9BBB02E98C}" dt="2024-03-07T18:02:13.823" v="54"/>
          <ac:spMkLst>
            <pc:docMk/>
            <pc:sldMk cId="1456446738" sldId="333"/>
            <ac:spMk id="79" creationId="{7F161572-B9C7-9D28-4EA1-0FA25FAA0A84}"/>
          </ac:spMkLst>
        </pc:spChg>
        <pc:spChg chg="mod">
          <ac:chgData name="Graciela Maldaner" userId="1c8c4f2feb964350" providerId="LiveId" clId="{D66F5233-BC5D-430B-AB1A-8B9BBB02E98C}" dt="2024-03-07T18:02:13.823" v="54"/>
          <ac:spMkLst>
            <pc:docMk/>
            <pc:sldMk cId="1456446738" sldId="333"/>
            <ac:spMk id="80" creationId="{91CE3BB6-ADC4-84CF-D00B-3774C9A242BF}"/>
          </ac:spMkLst>
        </pc:spChg>
        <pc:grpChg chg="add mod">
          <ac:chgData name="Graciela Maldaner" userId="1c8c4f2feb964350" providerId="LiveId" clId="{D66F5233-BC5D-430B-AB1A-8B9BBB02E98C}" dt="2024-03-07T18:02:13.823" v="54"/>
          <ac:grpSpMkLst>
            <pc:docMk/>
            <pc:sldMk cId="1456446738" sldId="333"/>
            <ac:grpSpMk id="2" creationId="{5D409958-08EC-D029-FE1D-531E5B833FCE}"/>
          </ac:grpSpMkLst>
        </pc:grpChg>
        <pc:grpChg chg="del">
          <ac:chgData name="Graciela Maldaner" userId="1c8c4f2feb964350" providerId="LiveId" clId="{D66F5233-BC5D-430B-AB1A-8B9BBB02E98C}" dt="2024-03-07T18:02:12.731" v="53" actId="478"/>
          <ac:grpSpMkLst>
            <pc:docMk/>
            <pc:sldMk cId="1456446738" sldId="333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2:13.823" v="54"/>
          <ac:picMkLst>
            <pc:docMk/>
            <pc:sldMk cId="1456446738" sldId="333"/>
            <ac:picMk id="10" creationId="{475D28CF-DA6E-61BF-A6FE-18DE86694655}"/>
          </ac:picMkLst>
        </pc:picChg>
      </pc:sldChg>
      <pc:sldChg chg="addSp delSp modSp">
        <pc:chgData name="Graciela Maldaner" userId="1c8c4f2feb964350" providerId="LiveId" clId="{D66F5233-BC5D-430B-AB1A-8B9BBB02E98C}" dt="2024-03-07T18:02:18.079" v="56"/>
        <pc:sldMkLst>
          <pc:docMk/>
          <pc:sldMk cId="2512858693" sldId="334"/>
        </pc:sldMkLst>
        <pc:spChg chg="mod">
          <ac:chgData name="Graciela Maldaner" userId="1c8c4f2feb964350" providerId="LiveId" clId="{D66F5233-BC5D-430B-AB1A-8B9BBB02E98C}" dt="2024-03-07T18:02:18.079" v="56"/>
          <ac:spMkLst>
            <pc:docMk/>
            <pc:sldMk cId="2512858693" sldId="334"/>
            <ac:spMk id="9" creationId="{576E7EEC-92D2-6AAC-3BF6-C9213F35C9D5}"/>
          </ac:spMkLst>
        </pc:spChg>
        <pc:spChg chg="mod">
          <ac:chgData name="Graciela Maldaner" userId="1c8c4f2feb964350" providerId="LiveId" clId="{D66F5233-BC5D-430B-AB1A-8B9BBB02E98C}" dt="2024-03-07T18:02:18.079" v="56"/>
          <ac:spMkLst>
            <pc:docMk/>
            <pc:sldMk cId="2512858693" sldId="334"/>
            <ac:spMk id="10" creationId="{E9E1056A-972A-F836-A278-CB7710796F0D}"/>
          </ac:spMkLst>
        </pc:spChg>
        <pc:spChg chg="mod">
          <ac:chgData name="Graciela Maldaner" userId="1c8c4f2feb964350" providerId="LiveId" clId="{D66F5233-BC5D-430B-AB1A-8B9BBB02E98C}" dt="2024-03-07T18:02:18.079" v="56"/>
          <ac:spMkLst>
            <pc:docMk/>
            <pc:sldMk cId="2512858693" sldId="334"/>
            <ac:spMk id="12" creationId="{1299D937-8F51-A2EA-13CF-88BBA004CF3A}"/>
          </ac:spMkLst>
        </pc:spChg>
        <pc:spChg chg="mod">
          <ac:chgData name="Graciela Maldaner" userId="1c8c4f2feb964350" providerId="LiveId" clId="{D66F5233-BC5D-430B-AB1A-8B9BBB02E98C}" dt="2024-03-07T18:02:18.079" v="56"/>
          <ac:spMkLst>
            <pc:docMk/>
            <pc:sldMk cId="2512858693" sldId="334"/>
            <ac:spMk id="14" creationId="{8B2C87F2-BC4A-7746-6E91-FD3525DFC05E}"/>
          </ac:spMkLst>
        </pc:spChg>
        <pc:grpChg chg="add mod">
          <ac:chgData name="Graciela Maldaner" userId="1c8c4f2feb964350" providerId="LiveId" clId="{D66F5233-BC5D-430B-AB1A-8B9BBB02E98C}" dt="2024-03-07T18:02:18.079" v="56"/>
          <ac:grpSpMkLst>
            <pc:docMk/>
            <pc:sldMk cId="2512858693" sldId="334"/>
            <ac:grpSpMk id="2" creationId="{923FBB15-AAAB-EE0B-B310-9F32694647DB}"/>
          </ac:grpSpMkLst>
        </pc:grpChg>
        <pc:grpChg chg="del">
          <ac:chgData name="Graciela Maldaner" userId="1c8c4f2feb964350" providerId="LiveId" clId="{D66F5233-BC5D-430B-AB1A-8B9BBB02E98C}" dt="2024-03-07T18:02:17.029" v="55" actId="478"/>
          <ac:grpSpMkLst>
            <pc:docMk/>
            <pc:sldMk cId="2512858693" sldId="334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2:18.079" v="56"/>
          <ac:picMkLst>
            <pc:docMk/>
            <pc:sldMk cId="2512858693" sldId="334"/>
            <ac:picMk id="8" creationId="{A0A9CCF7-1E4E-C84D-BAF7-4B823568129F}"/>
          </ac:picMkLst>
        </pc:picChg>
      </pc:sldChg>
      <pc:sldChg chg="addSp delSp modSp">
        <pc:chgData name="Graciela Maldaner" userId="1c8c4f2feb964350" providerId="LiveId" clId="{D66F5233-BC5D-430B-AB1A-8B9BBB02E98C}" dt="2024-03-07T18:02:09.640" v="52"/>
        <pc:sldMkLst>
          <pc:docMk/>
          <pc:sldMk cId="613182468" sldId="335"/>
        </pc:sldMkLst>
        <pc:spChg chg="mod">
          <ac:chgData name="Graciela Maldaner" userId="1c8c4f2feb964350" providerId="LiveId" clId="{D66F5233-BC5D-430B-AB1A-8B9BBB02E98C}" dt="2024-03-07T18:02:09.640" v="52"/>
          <ac:spMkLst>
            <pc:docMk/>
            <pc:sldMk cId="613182468" sldId="335"/>
            <ac:spMk id="9" creationId="{42610359-226E-BDB7-8CB9-CFC5EC75A123}"/>
          </ac:spMkLst>
        </pc:spChg>
        <pc:spChg chg="mod">
          <ac:chgData name="Graciela Maldaner" userId="1c8c4f2feb964350" providerId="LiveId" clId="{D66F5233-BC5D-430B-AB1A-8B9BBB02E98C}" dt="2024-03-07T18:02:09.640" v="52"/>
          <ac:spMkLst>
            <pc:docMk/>
            <pc:sldMk cId="613182468" sldId="335"/>
            <ac:spMk id="10" creationId="{84C0410C-76BC-B6DB-1912-C626CC205F59}"/>
          </ac:spMkLst>
        </pc:spChg>
        <pc:spChg chg="mod">
          <ac:chgData name="Graciela Maldaner" userId="1c8c4f2feb964350" providerId="LiveId" clId="{D66F5233-BC5D-430B-AB1A-8B9BBB02E98C}" dt="2024-03-07T18:02:09.640" v="52"/>
          <ac:spMkLst>
            <pc:docMk/>
            <pc:sldMk cId="613182468" sldId="335"/>
            <ac:spMk id="12" creationId="{97BBD52C-346D-1B58-7998-AAE736B491C2}"/>
          </ac:spMkLst>
        </pc:spChg>
        <pc:spChg chg="mod">
          <ac:chgData name="Graciela Maldaner" userId="1c8c4f2feb964350" providerId="LiveId" clId="{D66F5233-BC5D-430B-AB1A-8B9BBB02E98C}" dt="2024-03-07T18:02:09.640" v="52"/>
          <ac:spMkLst>
            <pc:docMk/>
            <pc:sldMk cId="613182468" sldId="335"/>
            <ac:spMk id="15" creationId="{2C1A5685-5395-A458-5E70-2AEE0E0A3929}"/>
          </ac:spMkLst>
        </pc:spChg>
        <pc:grpChg chg="add mod">
          <ac:chgData name="Graciela Maldaner" userId="1c8c4f2feb964350" providerId="LiveId" clId="{D66F5233-BC5D-430B-AB1A-8B9BBB02E98C}" dt="2024-03-07T18:02:09.640" v="52"/>
          <ac:grpSpMkLst>
            <pc:docMk/>
            <pc:sldMk cId="613182468" sldId="335"/>
            <ac:grpSpMk id="2" creationId="{18CF5EDB-7A8C-076C-EAD0-52FE8D3F4B0B}"/>
          </ac:grpSpMkLst>
        </pc:grpChg>
        <pc:grpChg chg="del">
          <ac:chgData name="Graciela Maldaner" userId="1c8c4f2feb964350" providerId="LiveId" clId="{D66F5233-BC5D-430B-AB1A-8B9BBB02E98C}" dt="2024-03-07T18:02:08.627" v="51" actId="478"/>
          <ac:grpSpMkLst>
            <pc:docMk/>
            <pc:sldMk cId="613182468" sldId="335"/>
            <ac:grpSpMk id="7" creationId="{00000000-0000-0000-0000-000000000000}"/>
          </ac:grpSpMkLst>
        </pc:grpChg>
        <pc:picChg chg="mod">
          <ac:chgData name="Graciela Maldaner" userId="1c8c4f2feb964350" providerId="LiveId" clId="{D66F5233-BC5D-430B-AB1A-8B9BBB02E98C}" dt="2024-03-07T18:02:09.640" v="52"/>
          <ac:picMkLst>
            <pc:docMk/>
            <pc:sldMk cId="613182468" sldId="335"/>
            <ac:picMk id="8" creationId="{3403D503-CD98-47FC-8661-7A22F063A24D}"/>
          </ac:picMkLst>
        </pc:picChg>
      </pc:sldChg>
      <pc:sldChg chg="addSp delSp modSp">
        <pc:chgData name="Graciela Maldaner" userId="1c8c4f2feb964350" providerId="LiveId" clId="{D66F5233-BC5D-430B-AB1A-8B9BBB02E98C}" dt="2024-03-07T18:02:21.340" v="58"/>
        <pc:sldMkLst>
          <pc:docMk/>
          <pc:sldMk cId="613608091" sldId="336"/>
        </pc:sldMkLst>
        <pc:spChg chg="mod">
          <ac:chgData name="Graciela Maldaner" userId="1c8c4f2feb964350" providerId="LiveId" clId="{D66F5233-BC5D-430B-AB1A-8B9BBB02E98C}" dt="2024-03-07T18:02:21.340" v="58"/>
          <ac:spMkLst>
            <pc:docMk/>
            <pc:sldMk cId="613608091" sldId="336"/>
            <ac:spMk id="10" creationId="{F2F138AB-F200-B5D8-7A27-7C409ECCD7F0}"/>
          </ac:spMkLst>
        </pc:spChg>
        <pc:spChg chg="mod">
          <ac:chgData name="Graciela Maldaner" userId="1c8c4f2feb964350" providerId="LiveId" clId="{D66F5233-BC5D-430B-AB1A-8B9BBB02E98C}" dt="2024-03-07T18:02:21.340" v="58"/>
          <ac:spMkLst>
            <pc:docMk/>
            <pc:sldMk cId="613608091" sldId="336"/>
            <ac:spMk id="12" creationId="{18AA90A3-8903-094C-CE45-E53A70E4E6F7}"/>
          </ac:spMkLst>
        </pc:spChg>
        <pc:spChg chg="mod">
          <ac:chgData name="Graciela Maldaner" userId="1c8c4f2feb964350" providerId="LiveId" clId="{D66F5233-BC5D-430B-AB1A-8B9BBB02E98C}" dt="2024-03-07T18:02:21.340" v="58"/>
          <ac:spMkLst>
            <pc:docMk/>
            <pc:sldMk cId="613608091" sldId="336"/>
            <ac:spMk id="14" creationId="{9FCF5A1B-38F3-8A82-7A9F-F4A0A5DF406A}"/>
          </ac:spMkLst>
        </pc:spChg>
        <pc:spChg chg="mod">
          <ac:chgData name="Graciela Maldaner" userId="1c8c4f2feb964350" providerId="LiveId" clId="{D66F5233-BC5D-430B-AB1A-8B9BBB02E98C}" dt="2024-03-07T18:02:21.340" v="58"/>
          <ac:spMkLst>
            <pc:docMk/>
            <pc:sldMk cId="613608091" sldId="336"/>
            <ac:spMk id="15" creationId="{550A82BF-C544-C974-0DC3-081A21811857}"/>
          </ac:spMkLst>
        </pc:spChg>
        <pc:grpChg chg="del">
          <ac:chgData name="Graciela Maldaner" userId="1c8c4f2feb964350" providerId="LiveId" clId="{D66F5233-BC5D-430B-AB1A-8B9BBB02E98C}" dt="2024-03-07T18:02:20.325" v="57" actId="478"/>
          <ac:grpSpMkLst>
            <pc:docMk/>
            <pc:sldMk cId="613608091" sldId="336"/>
            <ac:grpSpMk id="7" creationId="{00000000-0000-0000-0000-000000000000}"/>
          </ac:grpSpMkLst>
        </pc:grpChg>
        <pc:grpChg chg="add mod">
          <ac:chgData name="Graciela Maldaner" userId="1c8c4f2feb964350" providerId="LiveId" clId="{D66F5233-BC5D-430B-AB1A-8B9BBB02E98C}" dt="2024-03-07T18:02:21.340" v="58"/>
          <ac:grpSpMkLst>
            <pc:docMk/>
            <pc:sldMk cId="613608091" sldId="336"/>
            <ac:grpSpMk id="8" creationId="{AB59BD01-E40F-B744-04C3-F348FEC8DB66}"/>
          </ac:grpSpMkLst>
        </pc:grpChg>
        <pc:picChg chg="mod">
          <ac:chgData name="Graciela Maldaner" userId="1c8c4f2feb964350" providerId="LiveId" clId="{D66F5233-BC5D-430B-AB1A-8B9BBB02E98C}" dt="2024-03-07T18:02:21.340" v="58"/>
          <ac:picMkLst>
            <pc:docMk/>
            <pc:sldMk cId="613608091" sldId="336"/>
            <ac:picMk id="9" creationId="{5670BB28-417C-06E8-719F-D087345ADD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49A7D-B072-4D88-BDDD-B6943385AD73}" type="datetimeFigureOut">
              <a:rPr lang="pt-BR" smtClean="0"/>
              <a:t>07/03/2024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D36BA-B61D-4309-B1F4-74847B1F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51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D36BA-B61D-4309-B1F4-74847B1F0E1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016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802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062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551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554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985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432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349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02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342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951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9554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800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2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06/02/20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D1E69532-F4C2-4002-9A77-270D997DF6A8}" type="slidenum">
              <a:rPr lang="pt-BR" sz="1200" b="0" strike="noStrike" spc="-1" smtClean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764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pt.wikipedia.org/wiki/Liga%C3%A7%C3%A3o_covalente" TargetMode="External"/><Relationship Id="rId7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pt.wikipedia.org/wiki/Polaridade_molecular" TargetMode="External"/><Relationship Id="rId5" Type="http://schemas.openxmlformats.org/officeDocument/2006/relationships/hyperlink" Target="http://pt.wikipedia.org/wiki/El%C3%A9tron" TargetMode="External"/><Relationship Id="rId4" Type="http://schemas.openxmlformats.org/officeDocument/2006/relationships/hyperlink" Target="http://pt.wikipedia.org/wiki/%C3%81tomo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67288">
            <a:off x="5998483" y="2976936"/>
            <a:ext cx="25812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1128904" y="2195645"/>
            <a:ext cx="6473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600" b="1" dirty="0"/>
              <a:t>LIGAÇÃO QUIMICA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3" y="3379470"/>
            <a:ext cx="569595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604" y="3428577"/>
            <a:ext cx="23431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o explicativo em forma de nuvem 14"/>
          <p:cNvSpPr/>
          <p:nvPr/>
        </p:nvSpPr>
        <p:spPr>
          <a:xfrm>
            <a:off x="436242" y="2773680"/>
            <a:ext cx="4051131" cy="2273808"/>
          </a:xfrm>
          <a:prstGeom prst="cloudCallout">
            <a:avLst>
              <a:gd name="adj1" fmla="val 74870"/>
              <a:gd name="adj2" fmla="val 40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2" name="Texto explicativo em forma de nuvem 1"/>
          <p:cNvSpPr/>
          <p:nvPr/>
        </p:nvSpPr>
        <p:spPr>
          <a:xfrm>
            <a:off x="6665602" y="2255520"/>
            <a:ext cx="2478397" cy="1365504"/>
          </a:xfrm>
          <a:prstGeom prst="cloudCallout">
            <a:avLst>
              <a:gd name="adj1" fmla="val -56252"/>
              <a:gd name="adj2" fmla="val 785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VEREMOS NOS PRÓXIMOS ENCONTROS</a:t>
            </a:r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1258819" y="2054352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94BBB008-E497-35E6-1718-B330B99A19DC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5B33DAC2-89C7-1695-A956-010EF1DD0F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4E3DBFD-653B-ABBB-5EFE-EE2C010E615E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B40B787-C548-C748-D935-9FEAABB9C39E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F043544-A57E-7F39-8B34-1A6E3AD1C3F9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904F230-56B2-AE6C-AD0A-01B48AB4CC7B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4972510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xplosão 2 27"/>
          <p:cNvSpPr/>
          <p:nvPr/>
        </p:nvSpPr>
        <p:spPr>
          <a:xfrm>
            <a:off x="6755543" y="2174008"/>
            <a:ext cx="2376264" cy="2592288"/>
          </a:xfrm>
          <a:prstGeom prst="irregularSeal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1947216" y="2996906"/>
            <a:ext cx="4895850" cy="576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2000" b="1" dirty="0">
                <a:solidFill>
                  <a:srgbClr val="002060"/>
                </a:solidFill>
              </a:rPr>
              <a:t>1 A     2 A     3 A</a:t>
            </a:r>
            <a:r>
              <a:rPr lang="pt-BR" sz="2000" b="1" dirty="0">
                <a:solidFill>
                  <a:schemeClr val="tx1"/>
                </a:solidFill>
              </a:rPr>
              <a:t>     </a:t>
            </a:r>
            <a:r>
              <a:rPr lang="pt-BR" sz="2000" b="1" dirty="0">
                <a:solidFill>
                  <a:srgbClr val="002060"/>
                </a:solidFill>
              </a:rPr>
              <a:t>4 A</a:t>
            </a:r>
            <a:r>
              <a:rPr lang="pt-BR" sz="2000" b="1" dirty="0">
                <a:solidFill>
                  <a:schemeClr val="tx1"/>
                </a:solidFill>
              </a:rPr>
              <a:t>     </a:t>
            </a:r>
            <a:r>
              <a:rPr lang="pt-BR" sz="2000" b="1" dirty="0">
                <a:solidFill>
                  <a:srgbClr val="002060"/>
                </a:solidFill>
              </a:rPr>
              <a:t>5 A     6 A     7 A</a:t>
            </a:r>
          </a:p>
        </p:txBody>
      </p:sp>
      <p:sp>
        <p:nvSpPr>
          <p:cNvPr id="16" name="Chave esquerda 15"/>
          <p:cNvSpPr/>
          <p:nvPr/>
        </p:nvSpPr>
        <p:spPr>
          <a:xfrm rot="16200000">
            <a:off x="3092950" y="2527120"/>
            <a:ext cx="216021" cy="1871848"/>
          </a:xfrm>
          <a:prstGeom prst="leftBrac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Chave esquerda 16"/>
          <p:cNvSpPr/>
          <p:nvPr/>
        </p:nvSpPr>
        <p:spPr>
          <a:xfrm rot="16200000">
            <a:off x="5616214" y="2527037"/>
            <a:ext cx="215828" cy="1872208"/>
          </a:xfrm>
          <a:prstGeom prst="leftBrac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cxnSp>
        <p:nvCxnSpPr>
          <p:cNvPr id="18" name="Conector de seta reta 17"/>
          <p:cNvCxnSpPr/>
          <p:nvPr/>
        </p:nvCxnSpPr>
        <p:spPr>
          <a:xfrm>
            <a:off x="4395141" y="3572294"/>
            <a:ext cx="0" cy="6095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2712681" y="278070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dirty="0">
                <a:solidFill>
                  <a:srgbClr val="C00000"/>
                </a:solidFill>
                <a:latin typeface="+mn-lt"/>
              </a:rPr>
              <a:t>Metais</a:t>
            </a:r>
            <a:endParaRPr lang="pt-BR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5134207" y="2771416"/>
            <a:ext cx="99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+mn-lt"/>
              </a:rPr>
              <a:t>Am</a:t>
            </a:r>
            <a:r>
              <a:rPr lang="pt-BR" sz="1800" b="1" dirty="0">
                <a:solidFill>
                  <a:srgbClr val="0070C0"/>
                </a:solidFill>
                <a:latin typeface="+mn-lt"/>
              </a:rPr>
              <a:t>etais</a:t>
            </a:r>
            <a:endParaRPr lang="pt-BR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267744" y="370752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i="1" dirty="0">
                <a:solidFill>
                  <a:srgbClr val="C00000"/>
                </a:solidFill>
                <a:latin typeface="+mn-lt"/>
              </a:rPr>
              <a:t>Perdem elétrons</a:t>
            </a:r>
            <a:endParaRPr lang="pt-BR" b="1" i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4826742" y="371681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i="1" dirty="0">
                <a:solidFill>
                  <a:srgbClr val="0070C0"/>
                </a:solidFill>
                <a:latin typeface="+mn-lt"/>
              </a:rPr>
              <a:t>Ganham elétrons</a:t>
            </a:r>
            <a:endParaRPr lang="pt-BR" b="1" i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883320" y="4195420"/>
            <a:ext cx="3231976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800" b="1" i="1" dirty="0">
                <a:solidFill>
                  <a:srgbClr val="006600"/>
                </a:solidFill>
                <a:latin typeface="+mn-lt"/>
              </a:rPr>
              <a:t>Apenas compartilham elétrons.</a:t>
            </a:r>
            <a:endParaRPr lang="pt-BR" b="1" i="1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3387376" y="4926533"/>
            <a:ext cx="2232248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800" b="1" i="1" dirty="0">
                <a:solidFill>
                  <a:srgbClr val="006600"/>
                </a:solidFill>
                <a:latin typeface="+mn-lt"/>
              </a:rPr>
              <a:t>Tendem a formar ligações covalentes.</a:t>
            </a:r>
            <a:endParaRPr lang="pt-BR" b="1" i="1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81457" y="5180778"/>
            <a:ext cx="2664296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2060"/>
                </a:solidFill>
                <a:latin typeface="+mn-lt"/>
              </a:rPr>
              <a:t>Os átomos se unem a partir da transferência de elétrons!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480212" y="5180777"/>
            <a:ext cx="2592288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2060"/>
                </a:solidFill>
                <a:latin typeface="+mn-lt"/>
              </a:rPr>
              <a:t>Um átomo GANHA e o outro PERDE elétrons para obter o octeto!</a:t>
            </a:r>
          </a:p>
        </p:txBody>
      </p:sp>
      <p:sp>
        <p:nvSpPr>
          <p:cNvPr id="27" name="CaixaDeTexto 26"/>
          <p:cNvSpPr txBox="1"/>
          <p:nvPr/>
        </p:nvSpPr>
        <p:spPr>
          <a:xfrm rot="18944592">
            <a:off x="6876256" y="3182120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+mn-lt"/>
              </a:rPr>
              <a:t>Para Elementos Representativos!</a:t>
            </a:r>
          </a:p>
        </p:txBody>
      </p:sp>
      <p:sp>
        <p:nvSpPr>
          <p:cNvPr id="8" name="Seta para baixo 7"/>
          <p:cNvSpPr/>
          <p:nvPr/>
        </p:nvSpPr>
        <p:spPr>
          <a:xfrm>
            <a:off x="4395141" y="4564752"/>
            <a:ext cx="108359" cy="361781"/>
          </a:xfrm>
          <a:prstGeom prst="down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FBB06FF0-0838-7F51-44A2-3AC8E1CA9C37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256559EB-C568-C0A7-2C64-2FBE1B6826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21515CB2-6D8B-E17D-488F-DAF4E1AE39C5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0A34599-76FC-15F0-50C9-448B027DF1D0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32A37022-B9BE-6A9F-C20B-DCFFB77AB616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1AFD53DF-ABBB-05C7-F286-C8A5886BB779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4972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8" name="Retângulo 7"/>
          <p:cNvSpPr/>
          <p:nvPr/>
        </p:nvSpPr>
        <p:spPr>
          <a:xfrm>
            <a:off x="748114" y="3001250"/>
            <a:ext cx="764777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pt-BR" sz="2400" b="1" dirty="0">
                <a:solidFill>
                  <a:srgbClr val="006600"/>
                </a:solidFill>
              </a:rPr>
              <a:t>são as ligações que ocorrem a partir da </a:t>
            </a:r>
            <a:r>
              <a:rPr lang="pt-BR" sz="2400" b="1" i="1" u="sng" dirty="0">
                <a:solidFill>
                  <a:srgbClr val="00B050"/>
                </a:solidFill>
              </a:rPr>
              <a:t>transferência de elétrons </a:t>
            </a:r>
            <a:r>
              <a:rPr lang="pt-BR" sz="2400" b="1" dirty="0">
                <a:solidFill>
                  <a:srgbClr val="006600"/>
                </a:solidFill>
              </a:rPr>
              <a:t>de um </a:t>
            </a:r>
            <a:r>
              <a:rPr lang="pt-BR" sz="2400" b="1" dirty="0">
                <a:solidFill>
                  <a:srgbClr val="FF0000"/>
                </a:solidFill>
              </a:rPr>
              <a:t>METAL</a:t>
            </a:r>
            <a:r>
              <a:rPr lang="pt-BR" sz="2400" b="1" dirty="0">
                <a:solidFill>
                  <a:srgbClr val="006600"/>
                </a:solidFill>
              </a:rPr>
              <a:t> para um </a:t>
            </a:r>
            <a:r>
              <a:rPr lang="pt-BR" sz="2400" b="1" dirty="0">
                <a:solidFill>
                  <a:srgbClr val="0070C0"/>
                </a:solidFill>
              </a:rPr>
              <a:t>AMETAL</a:t>
            </a:r>
            <a:r>
              <a:rPr lang="pt-BR" sz="2400" b="1" dirty="0">
                <a:solidFill>
                  <a:srgbClr val="006600"/>
                </a:solidFill>
              </a:rPr>
              <a:t>;</a:t>
            </a:r>
          </a:p>
          <a:p>
            <a:pPr algn="just">
              <a:spcBef>
                <a:spcPts val="1800"/>
              </a:spcBef>
            </a:pPr>
            <a:r>
              <a:rPr lang="pt-BR" sz="2400" dirty="0">
                <a:solidFill>
                  <a:srgbClr val="002060"/>
                </a:solidFill>
              </a:rPr>
              <a:t>o </a:t>
            </a:r>
            <a:r>
              <a:rPr lang="pt-BR" sz="2400" b="1" dirty="0">
                <a:solidFill>
                  <a:srgbClr val="FF0000"/>
                </a:solidFill>
              </a:rPr>
              <a:t>METAL </a:t>
            </a:r>
            <a:r>
              <a:rPr lang="pt-BR" sz="2400" b="1" i="1" dirty="0">
                <a:solidFill>
                  <a:srgbClr val="002060"/>
                </a:solidFill>
              </a:rPr>
              <a:t>perderá </a:t>
            </a:r>
            <a:r>
              <a:rPr lang="pt-BR" sz="2400" dirty="0">
                <a:solidFill>
                  <a:srgbClr val="002060"/>
                </a:solidFill>
              </a:rPr>
              <a:t>elétrons e tornar-se-á um </a:t>
            </a:r>
            <a:r>
              <a:rPr lang="pt-BR" sz="2400" b="1" dirty="0">
                <a:solidFill>
                  <a:srgbClr val="FF0000"/>
                </a:solidFill>
              </a:rPr>
              <a:t>CÁTION</a:t>
            </a:r>
            <a:r>
              <a:rPr lang="pt-BR" sz="2400" dirty="0">
                <a:solidFill>
                  <a:srgbClr val="002060"/>
                </a:solidFill>
              </a:rPr>
              <a:t>;</a:t>
            </a:r>
          </a:p>
          <a:p>
            <a:pPr algn="just">
              <a:spcBef>
                <a:spcPts val="1800"/>
              </a:spcBef>
            </a:pPr>
            <a:r>
              <a:rPr lang="pt-BR" sz="2400" dirty="0">
                <a:solidFill>
                  <a:srgbClr val="002060"/>
                </a:solidFill>
              </a:rPr>
              <a:t>o </a:t>
            </a:r>
            <a:r>
              <a:rPr lang="pt-BR" sz="2400" b="1" dirty="0">
                <a:solidFill>
                  <a:srgbClr val="0070C0"/>
                </a:solidFill>
              </a:rPr>
              <a:t>AMETAL </a:t>
            </a:r>
            <a:r>
              <a:rPr lang="pt-BR" sz="2400" b="1" i="1" dirty="0">
                <a:solidFill>
                  <a:srgbClr val="002060"/>
                </a:solidFill>
              </a:rPr>
              <a:t>ganhará </a:t>
            </a:r>
            <a:r>
              <a:rPr lang="pt-BR" sz="2400" dirty="0">
                <a:solidFill>
                  <a:srgbClr val="002060"/>
                </a:solidFill>
              </a:rPr>
              <a:t>os elétrons cedidos e tornar-se-á um </a:t>
            </a:r>
            <a:r>
              <a:rPr lang="pt-BR" sz="2400" b="1" dirty="0">
                <a:solidFill>
                  <a:srgbClr val="0070C0"/>
                </a:solidFill>
              </a:rPr>
              <a:t>ÂNION</a:t>
            </a:r>
            <a:r>
              <a:rPr lang="pt-BR" sz="24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AA471C5B-9CE0-412E-A734-9B84FA10C510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355E47BA-1124-2915-CCC5-12748BE9AA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9FA11BD-17B2-A673-26C1-E6EDB8F50911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6193EA4E-64D1-3ACD-D3A5-B7ED3FE9BCD5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F3C04AB-E1E3-E88C-5B71-93E92CBED710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88AA2C5-1713-A96B-8243-AAABBD14BCFC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988159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10" y="2757488"/>
            <a:ext cx="7062554" cy="216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eta para baixo 1"/>
          <p:cNvSpPr/>
          <p:nvPr/>
        </p:nvSpPr>
        <p:spPr>
          <a:xfrm>
            <a:off x="4742688" y="3837553"/>
            <a:ext cx="268224" cy="159559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baixo 16"/>
          <p:cNvSpPr/>
          <p:nvPr/>
        </p:nvSpPr>
        <p:spPr>
          <a:xfrm>
            <a:off x="6918960" y="3837552"/>
            <a:ext cx="268224" cy="1595593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4295987" y="5433146"/>
            <a:ext cx="104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CÁTION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6665129" y="5459140"/>
            <a:ext cx="104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ÂNION</a:t>
            </a:r>
          </a:p>
        </p:txBody>
      </p:sp>
      <p:grpSp>
        <p:nvGrpSpPr>
          <p:cNvPr id="9" name="Grupo 6">
            <a:extLst>
              <a:ext uri="{FF2B5EF4-FFF2-40B4-BE49-F238E27FC236}">
                <a16:creationId xmlns:a16="http://schemas.microsoft.com/office/drawing/2014/main" id="{33092F06-051B-B37A-AFB0-02D531F71F16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A37380FF-D8F6-32E6-12F5-E3D26CA884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6854BCE-B893-D308-883E-6BA2C99E172C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C1F6374-E579-FA30-BDF1-574299A57B79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5174B11A-D0F8-2BA2-BE0B-B666CD9A5135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16AD7EB-A164-E992-8F66-0B138193EFEF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862349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8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09" y="3288750"/>
            <a:ext cx="71437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upo 6">
            <a:extLst>
              <a:ext uri="{FF2B5EF4-FFF2-40B4-BE49-F238E27FC236}">
                <a16:creationId xmlns:a16="http://schemas.microsoft.com/office/drawing/2014/main" id="{BF811D85-F6C9-C6DB-452A-D004BD9729D4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5D09EAF8-685F-7939-3A02-F3C4BA3103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15B59D62-A34B-BD5F-6869-003D6DD620B0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042CC48-0AEA-1997-D5C6-9249E6654636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33DD3B34-E103-37F3-AD5B-DBE3A1D83A8B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CD3EED3-60FE-A96E-F408-D79331B23C64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862349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sp>
        <p:nvSpPr>
          <p:cNvPr id="2" name="AutoShape 2" descr="https://tse4.mm.bing.net/th?id=OIP.gic93_qdluQ0iLqWMfsY0wHaDV&amp;pid=Api&amp;P=0&amp;w=336&amp;h=15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40189"/>
            <a:ext cx="5141637" cy="231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6973824" y="5638401"/>
            <a:ext cx="1036320" cy="58477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dirty="0"/>
              <a:t>Al</a:t>
            </a:r>
            <a:r>
              <a:rPr lang="pt-BR" sz="3200" baseline="-25000" dirty="0"/>
              <a:t>2</a:t>
            </a:r>
            <a:r>
              <a:rPr lang="pt-BR" sz="3200" dirty="0"/>
              <a:t>S</a:t>
            </a:r>
            <a:r>
              <a:rPr lang="pt-BR" sz="3200" baseline="-25000" dirty="0"/>
              <a:t>3</a:t>
            </a:r>
            <a:endParaRPr lang="pt-BR" sz="3200" dirty="0"/>
          </a:p>
        </p:txBody>
      </p:sp>
      <p:sp>
        <p:nvSpPr>
          <p:cNvPr id="9" name="Seta para a direita 8"/>
          <p:cNvSpPr/>
          <p:nvPr/>
        </p:nvSpPr>
        <p:spPr>
          <a:xfrm rot="2375100">
            <a:off x="6352032" y="4662254"/>
            <a:ext cx="1219200" cy="458385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a esquerda 9"/>
          <p:cNvSpPr/>
          <p:nvPr/>
        </p:nvSpPr>
        <p:spPr>
          <a:xfrm>
            <a:off x="5415764" y="5728483"/>
            <a:ext cx="1243584" cy="494694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1316736" y="5698174"/>
            <a:ext cx="3852672" cy="58477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" b="1" dirty="0"/>
              <a:t>COMPOSTO IÔNICO</a:t>
            </a:r>
          </a:p>
        </p:txBody>
      </p:sp>
      <p:grpSp>
        <p:nvGrpSpPr>
          <p:cNvPr id="15" name="Grupo 6">
            <a:extLst>
              <a:ext uri="{FF2B5EF4-FFF2-40B4-BE49-F238E27FC236}">
                <a16:creationId xmlns:a16="http://schemas.microsoft.com/office/drawing/2014/main" id="{0C6FAC3E-40A8-7192-53F6-2274BC578C72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7" name="Picture 5">
              <a:extLst>
                <a:ext uri="{FF2B5EF4-FFF2-40B4-BE49-F238E27FC236}">
                  <a16:creationId xmlns:a16="http://schemas.microsoft.com/office/drawing/2014/main" id="{21717385-CE31-9BD8-0BC0-04173B7DE8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5B97FDC1-A253-14D8-7D0A-7B349B7D112C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8EB7B3B-160A-C3E9-D87A-3679249EA04D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2593783A-ABE9-572E-46D9-090CC6C7ED9B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37B4D23-A6C6-AC53-03E4-A2B0C24A6127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862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Iônicas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" y="3578352"/>
            <a:ext cx="8638032" cy="1234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upo 6">
            <a:extLst>
              <a:ext uri="{FF2B5EF4-FFF2-40B4-BE49-F238E27FC236}">
                <a16:creationId xmlns:a16="http://schemas.microsoft.com/office/drawing/2014/main" id="{6E02C26A-54A0-EABB-673F-49A7A99BAA67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B5E989FC-240E-4DE6-C500-DB2AAC77E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EB8D34C-5589-ABF5-C772-A101A59BA310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5C632EA-711D-00F1-8EA2-753B48133A79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6E35F48F-0B1B-E3BB-534E-D845576B1E6A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653C770-5771-B2FF-02DB-B86A5CFCF4C3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862349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ATENÇÃO !!!!!!!</a:t>
            </a:r>
          </a:p>
        </p:txBody>
      </p:sp>
      <p:sp>
        <p:nvSpPr>
          <p:cNvPr id="15" name="Espaço Reservado para Conteúdo 2"/>
          <p:cNvSpPr txBox="1">
            <a:spLocks/>
          </p:cNvSpPr>
          <p:nvPr/>
        </p:nvSpPr>
        <p:spPr>
          <a:xfrm>
            <a:off x="364504" y="2878326"/>
            <a:ext cx="8229600" cy="15465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>
                <a:solidFill>
                  <a:srgbClr val="002060"/>
                </a:solidFill>
              </a:rPr>
              <a:t>A ligação iônica é também chamada de </a:t>
            </a:r>
            <a:r>
              <a:rPr lang="pt-BR" sz="2400" b="1" i="1" dirty="0">
                <a:solidFill>
                  <a:srgbClr val="002060"/>
                </a:solidFill>
              </a:rPr>
              <a:t>ligação eletrovalente</a:t>
            </a:r>
            <a:r>
              <a:rPr lang="pt-BR" sz="2400" dirty="0">
                <a:solidFill>
                  <a:srgbClr val="002060"/>
                </a:solidFill>
              </a:rPr>
              <a:t> ou </a:t>
            </a:r>
            <a:r>
              <a:rPr lang="pt-BR" sz="2400" b="1" i="1" dirty="0" err="1">
                <a:solidFill>
                  <a:srgbClr val="002060"/>
                </a:solidFill>
              </a:rPr>
              <a:t>heteropolar</a:t>
            </a:r>
            <a:r>
              <a:rPr lang="pt-BR" sz="2400" dirty="0">
                <a:solidFill>
                  <a:srgbClr val="002060"/>
                </a:solidFill>
              </a:rPr>
              <a:t>;</a:t>
            </a:r>
          </a:p>
          <a:p>
            <a:pPr algn="just"/>
            <a:r>
              <a:rPr lang="pt-BR" sz="2400" dirty="0">
                <a:solidFill>
                  <a:srgbClr val="002060"/>
                </a:solidFill>
              </a:rPr>
              <a:t>nas ligações iônicas, as substâncias são </a:t>
            </a:r>
            <a:r>
              <a:rPr lang="pt-BR" sz="2400" b="1" dirty="0">
                <a:solidFill>
                  <a:srgbClr val="002060"/>
                </a:solidFill>
              </a:rPr>
              <a:t>neutras</a:t>
            </a:r>
            <a:r>
              <a:rPr lang="pt-BR" sz="2400" dirty="0">
                <a:solidFill>
                  <a:srgbClr val="002060"/>
                </a:solidFill>
              </a:rPr>
              <a:t>, pois as cargas anulam-se: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5540923" y="5819124"/>
            <a:ext cx="187220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rgbClr val="002060"/>
                </a:solidFill>
              </a:rPr>
              <a:t>MgC</a:t>
            </a:r>
            <a:r>
              <a:rPr lang="pt-BR" sz="3600" b="1" i="1" dirty="0">
                <a:solidFill>
                  <a:srgbClr val="002060"/>
                </a:solidFill>
              </a:rPr>
              <a:t>l</a:t>
            </a:r>
            <a:r>
              <a:rPr lang="pt-BR" sz="3600" b="1" baseline="-25000" dirty="0">
                <a:solidFill>
                  <a:srgbClr val="002060"/>
                </a:solidFill>
              </a:rPr>
              <a:t>2</a:t>
            </a:r>
            <a:endParaRPr lang="pt-BR" sz="2800" b="1" baseline="-25000" dirty="0">
              <a:solidFill>
                <a:srgbClr val="002060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1115616" y="5819124"/>
            <a:ext cx="3168352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rgbClr val="006600"/>
                </a:solidFill>
                <a:latin typeface="+mn-lt"/>
              </a:rPr>
              <a:t>Eletricamente neutro!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7609588" y="4993204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B050"/>
                </a:solidFill>
              </a:rPr>
              <a:t>C</a:t>
            </a:r>
            <a:r>
              <a:rPr lang="pt-BR" sz="2800" b="1" i="1" dirty="0">
                <a:solidFill>
                  <a:srgbClr val="00B050"/>
                </a:solidFill>
              </a:rPr>
              <a:t>l</a:t>
            </a:r>
            <a:endParaRPr lang="pt-BR" b="1" i="1" dirty="0">
              <a:solidFill>
                <a:srgbClr val="00B05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3311351" y="4983786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B050"/>
                </a:solidFill>
              </a:rPr>
              <a:t>C</a:t>
            </a:r>
            <a:r>
              <a:rPr lang="pt-BR" sz="2800" b="1" i="1" dirty="0">
                <a:solidFill>
                  <a:srgbClr val="00B050"/>
                </a:solidFill>
              </a:rPr>
              <a:t>l</a:t>
            </a:r>
            <a:endParaRPr lang="pt-BR" b="1" i="1" dirty="0">
              <a:solidFill>
                <a:srgbClr val="00B050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763688" y="5033124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err="1">
                <a:solidFill>
                  <a:srgbClr val="0070C0"/>
                </a:solidFill>
              </a:rPr>
              <a:t>Mg</a:t>
            </a:r>
            <a:endParaRPr lang="pt-BR" b="1" dirty="0">
              <a:solidFill>
                <a:srgbClr val="0070C0"/>
              </a:solidFill>
            </a:endParaRPr>
          </a:p>
        </p:txBody>
      </p:sp>
      <p:sp>
        <p:nvSpPr>
          <p:cNvPr id="41" name="Elipse 40"/>
          <p:cNvSpPr/>
          <p:nvPr/>
        </p:nvSpPr>
        <p:spPr>
          <a:xfrm>
            <a:off x="2483768" y="5249148"/>
            <a:ext cx="73025" cy="49212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2" name="CaixaDeTexto 41"/>
          <p:cNvSpPr txBox="1"/>
          <p:nvPr/>
        </p:nvSpPr>
        <p:spPr>
          <a:xfrm>
            <a:off x="5703372" y="5027376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err="1">
                <a:solidFill>
                  <a:srgbClr val="0070C0"/>
                </a:solidFill>
              </a:rPr>
              <a:t>Mg</a:t>
            </a:r>
            <a:endParaRPr lang="pt-BR" b="1" dirty="0">
              <a:solidFill>
                <a:srgbClr val="0070C0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6228184" y="4861534"/>
            <a:ext cx="562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rgbClr val="FF0000"/>
                </a:solidFill>
              </a:rPr>
              <a:t>2+</a:t>
            </a:r>
            <a:endParaRPr lang="pt-BR" sz="1600" b="1" dirty="0">
              <a:solidFill>
                <a:srgbClr val="FF0000"/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532440" y="4633328"/>
            <a:ext cx="216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–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1835696" y="4417304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2060"/>
                </a:solidFill>
                <a:latin typeface="+mn-lt"/>
              </a:rPr>
              <a:t>2A</a:t>
            </a:r>
            <a:endParaRPr lang="pt-BR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3465754" y="448931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2060"/>
                </a:solidFill>
                <a:latin typeface="+mn-lt"/>
              </a:rPr>
              <a:t>7A</a:t>
            </a:r>
            <a:endParaRPr lang="pt-BR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2699792" y="499336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pt-BR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Seta para a direita 47"/>
          <p:cNvSpPr/>
          <p:nvPr/>
        </p:nvSpPr>
        <p:spPr>
          <a:xfrm>
            <a:off x="4283968" y="5105132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/>
          <p:cNvSpPr txBox="1"/>
          <p:nvPr/>
        </p:nvSpPr>
        <p:spPr>
          <a:xfrm>
            <a:off x="6732240" y="499336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pt-BR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Colchete esquerdo 49"/>
          <p:cNvSpPr/>
          <p:nvPr/>
        </p:nvSpPr>
        <p:spPr>
          <a:xfrm>
            <a:off x="7596336" y="4921360"/>
            <a:ext cx="144016" cy="648072"/>
          </a:xfrm>
          <a:prstGeom prst="leftBracket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1" name="Colchete esquerdo 50"/>
          <p:cNvSpPr/>
          <p:nvPr/>
        </p:nvSpPr>
        <p:spPr>
          <a:xfrm flipH="1">
            <a:off x="8316416" y="4921360"/>
            <a:ext cx="144016" cy="648072"/>
          </a:xfrm>
          <a:prstGeom prst="leftBracket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2" name="Seta em curva para baixo 51"/>
          <p:cNvSpPr/>
          <p:nvPr/>
        </p:nvSpPr>
        <p:spPr>
          <a:xfrm>
            <a:off x="2555776" y="4633328"/>
            <a:ext cx="864096" cy="432048"/>
          </a:xfrm>
          <a:prstGeom prst="curved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3" name="Elipse 52"/>
          <p:cNvSpPr/>
          <p:nvPr/>
        </p:nvSpPr>
        <p:spPr>
          <a:xfrm>
            <a:off x="1763688" y="5281400"/>
            <a:ext cx="73025" cy="49212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4" name="CaixaDeTexto 53"/>
          <p:cNvSpPr txBox="1"/>
          <p:nvPr/>
        </p:nvSpPr>
        <p:spPr>
          <a:xfrm>
            <a:off x="179189" y="5000250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B050"/>
                </a:solidFill>
              </a:rPr>
              <a:t>C</a:t>
            </a:r>
            <a:r>
              <a:rPr lang="pt-BR" sz="2800" b="1" i="1" dirty="0">
                <a:solidFill>
                  <a:srgbClr val="00B050"/>
                </a:solidFill>
              </a:rPr>
              <a:t>l</a:t>
            </a:r>
            <a:endParaRPr lang="pt-BR" b="1" i="1" dirty="0">
              <a:solidFill>
                <a:srgbClr val="00B050"/>
              </a:solidFill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571035" y="5491408"/>
            <a:ext cx="73025" cy="4921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453560" y="5491408"/>
            <a:ext cx="73025" cy="4921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7" name="Elipse 56"/>
          <p:cNvSpPr/>
          <p:nvPr/>
        </p:nvSpPr>
        <p:spPr>
          <a:xfrm>
            <a:off x="571035" y="4986998"/>
            <a:ext cx="73025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8" name="Elipse 57"/>
          <p:cNvSpPr/>
          <p:nvPr/>
        </p:nvSpPr>
        <p:spPr>
          <a:xfrm>
            <a:off x="453560" y="4986998"/>
            <a:ext cx="73025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9" name="Elipse 58"/>
          <p:cNvSpPr/>
          <p:nvPr/>
        </p:nvSpPr>
        <p:spPr>
          <a:xfrm>
            <a:off x="251520" y="5151899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0" name="Elipse 59"/>
          <p:cNvSpPr/>
          <p:nvPr/>
        </p:nvSpPr>
        <p:spPr>
          <a:xfrm>
            <a:off x="859513" y="5324274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243752" y="5309038"/>
            <a:ext cx="73025" cy="492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2" name="CaixaDeTexto 61"/>
          <p:cNvSpPr txBox="1"/>
          <p:nvPr/>
        </p:nvSpPr>
        <p:spPr>
          <a:xfrm>
            <a:off x="290142" y="4482942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2060"/>
                </a:solidFill>
                <a:latin typeface="+mn-lt"/>
              </a:rPr>
              <a:t>7A</a:t>
            </a:r>
            <a:endParaRPr lang="pt-BR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63" name="Seta em curva para baixo 62"/>
          <p:cNvSpPr/>
          <p:nvPr/>
        </p:nvSpPr>
        <p:spPr>
          <a:xfrm flipH="1">
            <a:off x="827584" y="4594139"/>
            <a:ext cx="944488" cy="432048"/>
          </a:xfrm>
          <a:prstGeom prst="curved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1056671" y="5006431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pt-BR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7197107" y="5007023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006600"/>
                </a:solidFill>
              </a:rPr>
              <a:t>2</a:t>
            </a:r>
            <a:endParaRPr lang="pt-BR" b="1" dirty="0">
              <a:solidFill>
                <a:srgbClr val="006600"/>
              </a:solidFill>
            </a:endParaRPr>
          </a:p>
        </p:txBody>
      </p:sp>
      <p:sp>
        <p:nvSpPr>
          <p:cNvPr id="66" name="Elipse 65"/>
          <p:cNvSpPr/>
          <p:nvPr/>
        </p:nvSpPr>
        <p:spPr>
          <a:xfrm>
            <a:off x="3466480" y="5154710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7" name="Elipse 66"/>
          <p:cNvSpPr/>
          <p:nvPr/>
        </p:nvSpPr>
        <p:spPr>
          <a:xfrm>
            <a:off x="3464892" y="5254814"/>
            <a:ext cx="73025" cy="492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8" name="Elipse 67"/>
          <p:cNvSpPr/>
          <p:nvPr/>
        </p:nvSpPr>
        <p:spPr>
          <a:xfrm>
            <a:off x="3816201" y="5061589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9" name="Elipse 68"/>
          <p:cNvSpPr/>
          <p:nvPr/>
        </p:nvSpPr>
        <p:spPr>
          <a:xfrm>
            <a:off x="3670883" y="5057617"/>
            <a:ext cx="73025" cy="492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0" name="Elipse 69"/>
          <p:cNvSpPr/>
          <p:nvPr/>
        </p:nvSpPr>
        <p:spPr>
          <a:xfrm>
            <a:off x="3897164" y="5151961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1" name="Elipse 70"/>
          <p:cNvSpPr/>
          <p:nvPr/>
        </p:nvSpPr>
        <p:spPr>
          <a:xfrm>
            <a:off x="3881647" y="5263328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2" name="Elipse 71"/>
          <p:cNvSpPr/>
          <p:nvPr/>
        </p:nvSpPr>
        <p:spPr>
          <a:xfrm>
            <a:off x="3602841" y="5384677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8" name="Elipse 97"/>
          <p:cNvSpPr/>
          <p:nvPr/>
        </p:nvSpPr>
        <p:spPr>
          <a:xfrm>
            <a:off x="7788544" y="5160806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9" name="Elipse 98"/>
          <p:cNvSpPr/>
          <p:nvPr/>
        </p:nvSpPr>
        <p:spPr>
          <a:xfrm>
            <a:off x="7786956" y="5260910"/>
            <a:ext cx="73025" cy="492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0" name="Elipse 99"/>
          <p:cNvSpPr/>
          <p:nvPr/>
        </p:nvSpPr>
        <p:spPr>
          <a:xfrm>
            <a:off x="8138265" y="5067685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1" name="Elipse 100"/>
          <p:cNvSpPr/>
          <p:nvPr/>
        </p:nvSpPr>
        <p:spPr>
          <a:xfrm>
            <a:off x="7992947" y="5063713"/>
            <a:ext cx="73025" cy="4921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2" name="Elipse 101"/>
          <p:cNvSpPr/>
          <p:nvPr/>
        </p:nvSpPr>
        <p:spPr>
          <a:xfrm>
            <a:off x="8219228" y="5206825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3" name="Elipse 102"/>
          <p:cNvSpPr/>
          <p:nvPr/>
        </p:nvSpPr>
        <p:spPr>
          <a:xfrm>
            <a:off x="8203711" y="5318192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4" name="Elipse 103"/>
          <p:cNvSpPr/>
          <p:nvPr/>
        </p:nvSpPr>
        <p:spPr>
          <a:xfrm>
            <a:off x="7924905" y="5390773"/>
            <a:ext cx="71437" cy="50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5" name="Elipse 104"/>
          <p:cNvSpPr/>
          <p:nvPr/>
        </p:nvSpPr>
        <p:spPr>
          <a:xfrm>
            <a:off x="8043320" y="5407644"/>
            <a:ext cx="73025" cy="49212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A3FAFE52-F3BE-5A9F-EE24-7AD5E09CA42C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1D292C26-ED64-3C2A-4DAE-3483997AD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B058F76E-9F09-9F71-7EFA-DDC4A697856C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9215B26C-D569-3E05-70ED-DD7B5DB7C817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47D14E6-621C-3C61-9E81-23854DC52B18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BBAB584D-9C56-524B-E17A-2FAD08B72150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537778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nimBg="1"/>
      <p:bldP spid="35" grpId="0" build="allAtOnce" animBg="1"/>
      <p:bldP spid="36" grpId="0" build="allAtOnce" animBg="1"/>
      <p:bldP spid="38" grpId="0" build="allAtOnce"/>
      <p:bldP spid="39" grpId="0" build="allAtOnce"/>
      <p:bldP spid="40" grpId="0" build="allAtOnce"/>
      <p:bldP spid="41" grpId="0" animBg="1"/>
      <p:bldP spid="42" grpId="0"/>
      <p:bldP spid="43" grpId="0" build="allAtOnce"/>
      <p:bldP spid="44" grpId="0"/>
      <p:bldP spid="45" grpId="0"/>
      <p:bldP spid="46" grpId="0"/>
      <p:bldP spid="47" grpId="0" build="allAtOnce"/>
      <p:bldP spid="48" grpId="0" animBg="1"/>
      <p:bldP spid="49" grpId="0" build="allAtOnce"/>
      <p:bldP spid="50" grpId="0" animBg="1"/>
      <p:bldP spid="51" grpId="0" animBg="1"/>
      <p:bldP spid="52" grpId="0" animBg="1"/>
      <p:bldP spid="53" grpId="0" animBg="1"/>
      <p:bldP spid="54" grpId="0" build="allAtOnce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/>
      <p:bldP spid="63" grpId="0" animBg="1"/>
      <p:bldP spid="64" grpId="0" build="allAtOnce"/>
      <p:bldP spid="65" grpId="0" build="allAtOnce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7722112" y="3350639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i="1" dirty="0">
                <a:solidFill>
                  <a:srgbClr val="00B050"/>
                </a:solidFill>
                <a:latin typeface="Brush Script MT" pitchFamily="66" charset="0"/>
              </a:rPr>
              <a:t>y</a:t>
            </a:r>
            <a:r>
              <a:rPr lang="pt-BR" sz="3200" b="1" i="1" baseline="30000" dirty="0">
                <a:solidFill>
                  <a:srgbClr val="00B050"/>
                </a:solidFill>
                <a:latin typeface="Brush Script MT" pitchFamily="66" charset="0"/>
              </a:rPr>
              <a:t> –</a:t>
            </a:r>
            <a:r>
              <a:rPr lang="pt-BR" sz="2400" b="1" i="1" dirty="0"/>
              <a:t> </a:t>
            </a:r>
            <a:endParaRPr lang="pt-BR" sz="2400" b="1" i="1" baseline="30000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1203221" y="3276995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i="1" dirty="0">
                <a:solidFill>
                  <a:srgbClr val="00B050"/>
                </a:solidFill>
                <a:latin typeface="Brush Script MT" pitchFamily="66" charset="0"/>
              </a:rPr>
              <a:t>x</a:t>
            </a:r>
            <a:r>
              <a:rPr lang="pt-BR" sz="3200" b="1" i="1" baseline="30000" dirty="0">
                <a:solidFill>
                  <a:srgbClr val="00B050"/>
                </a:solidFill>
                <a:latin typeface="Brush Script MT" pitchFamily="66" charset="0"/>
              </a:rPr>
              <a:t>+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3059514" y="1857016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rgbClr val="FF0000"/>
                </a:solidFill>
                <a:latin typeface="Forte" pitchFamily="66" charset="0"/>
              </a:rPr>
              <a:t>A</a:t>
            </a:r>
            <a:endParaRPr lang="pt-BR" b="1" dirty="0">
              <a:solidFill>
                <a:srgbClr val="FF0000"/>
              </a:solidFill>
              <a:latin typeface="Forte" pitchFamily="66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5292080" y="1869790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rgbClr val="FF0000"/>
                </a:solidFill>
                <a:latin typeface="Forte" pitchFamily="66" charset="0"/>
              </a:rPr>
              <a:t>B</a:t>
            </a:r>
            <a:endParaRPr lang="pt-BR" sz="2000" b="1" dirty="0">
              <a:solidFill>
                <a:srgbClr val="FF0000"/>
              </a:solidFill>
              <a:latin typeface="Forte" pitchFamily="66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827584" y="3441192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rgbClr val="FF0000"/>
                </a:solidFill>
                <a:latin typeface="Forte" pitchFamily="66" charset="0"/>
              </a:rPr>
              <a:t>A</a:t>
            </a:r>
            <a:endParaRPr lang="pt-BR" sz="2000" b="1" dirty="0">
              <a:solidFill>
                <a:srgbClr val="FF0000"/>
              </a:solidFill>
              <a:latin typeface="Forte" pitchFamily="66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7337890" y="3556045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rgbClr val="FF0000"/>
                </a:solidFill>
                <a:latin typeface="Forte" pitchFamily="66" charset="0"/>
              </a:rPr>
              <a:t>B</a:t>
            </a:r>
            <a:endParaRPr lang="pt-BR" sz="2000" b="1" dirty="0">
              <a:solidFill>
                <a:srgbClr val="FF0000"/>
              </a:solidFill>
              <a:latin typeface="Forte" pitchFamily="66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471304" y="429074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6600"/>
                </a:solidFill>
                <a:latin typeface="+mn-lt"/>
              </a:rPr>
              <a:t>Cátion</a:t>
            </a:r>
            <a:endParaRPr lang="pt-BR" sz="2000" b="1" i="1" baseline="300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7164288" y="433722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6600"/>
                </a:solidFill>
                <a:latin typeface="+mn-lt"/>
              </a:rPr>
              <a:t>Ânion</a:t>
            </a:r>
            <a:endParaRPr lang="pt-BR" sz="2000" b="1" i="1" baseline="300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3255264" y="4889006"/>
            <a:ext cx="21721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b="1" dirty="0">
                <a:solidFill>
                  <a:srgbClr val="FF0000"/>
                </a:solidFill>
                <a:latin typeface="Forte" pitchFamily="66" charset="0"/>
              </a:rPr>
              <a:t>A</a:t>
            </a:r>
            <a:r>
              <a:rPr lang="pt-BR" sz="7000" b="1" dirty="0">
                <a:latin typeface="Forte" pitchFamily="66" charset="0"/>
              </a:rPr>
              <a:t>   </a:t>
            </a:r>
            <a:r>
              <a:rPr lang="pt-BR" sz="7000" b="1" dirty="0">
                <a:solidFill>
                  <a:srgbClr val="FF0000"/>
                </a:solidFill>
                <a:latin typeface="Forte" pitchFamily="66" charset="0"/>
              </a:rPr>
              <a:t>B</a:t>
            </a:r>
            <a:endParaRPr lang="pt-BR" sz="7000" b="1" dirty="0">
              <a:solidFill>
                <a:srgbClr val="FF0000"/>
              </a:solidFill>
              <a:latin typeface="Brush Script MT" pitchFamily="66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899592" y="5313400"/>
            <a:ext cx="2016224" cy="4001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2060"/>
                </a:solidFill>
                <a:latin typeface="+mn-lt"/>
              </a:rPr>
              <a:t>Fórmula Iônica:</a:t>
            </a:r>
            <a:endParaRPr lang="pt-BR" sz="2000" b="1" i="1" baseline="300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2843808" y="3081152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2060"/>
                </a:solidFill>
                <a:latin typeface="+mn-lt"/>
              </a:rPr>
              <a:t>A fórmula iônica representa a menor proporção no retículo cristalino! </a:t>
            </a:r>
            <a:endParaRPr lang="pt-BR" sz="2000" b="1" i="1" baseline="300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8" name="Seta para a direita 27"/>
          <p:cNvSpPr/>
          <p:nvPr/>
        </p:nvSpPr>
        <p:spPr>
          <a:xfrm rot="8715827">
            <a:off x="1612670" y="2856820"/>
            <a:ext cx="1545172" cy="29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a direita 28"/>
          <p:cNvSpPr/>
          <p:nvPr/>
        </p:nvSpPr>
        <p:spPr>
          <a:xfrm rot="2202606">
            <a:off x="5750706" y="2978342"/>
            <a:ext cx="1712186" cy="323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de seta reta 29"/>
          <p:cNvCxnSpPr/>
          <p:nvPr/>
        </p:nvCxnSpPr>
        <p:spPr>
          <a:xfrm flipH="1">
            <a:off x="4482702" y="3643026"/>
            <a:ext cx="3258794" cy="1783448"/>
          </a:xfrm>
          <a:prstGeom prst="straightConnector1">
            <a:avLst/>
          </a:prstGeom>
          <a:ln>
            <a:solidFill>
              <a:srgbClr val="9900CC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1491253" y="3643026"/>
            <a:ext cx="3988711" cy="1851554"/>
          </a:xfrm>
          <a:prstGeom prst="straightConnector1">
            <a:avLst/>
          </a:prstGeom>
          <a:ln>
            <a:solidFill>
              <a:srgbClr val="9900CC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874088" y="2423788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002060"/>
                </a:solidFill>
                <a:latin typeface="+mn-lt"/>
              </a:rPr>
              <a:t>Perdem elétrons</a:t>
            </a:r>
          </a:p>
          <a:p>
            <a:pPr algn="ctr"/>
            <a:r>
              <a:rPr lang="pt-BR" i="1" dirty="0">
                <a:solidFill>
                  <a:srgbClr val="002060"/>
                </a:solidFill>
              </a:rPr>
              <a:t>(Metal)</a:t>
            </a:r>
            <a:endParaRPr lang="pt-BR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613752" y="2397116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002060"/>
                </a:solidFill>
                <a:latin typeface="+mn-lt"/>
              </a:rPr>
              <a:t>Ganham elétrons</a:t>
            </a:r>
          </a:p>
          <a:p>
            <a:pPr algn="ctr"/>
            <a:r>
              <a:rPr lang="pt-BR" i="1" dirty="0">
                <a:solidFill>
                  <a:srgbClr val="002060"/>
                </a:solidFill>
              </a:rPr>
              <a:t>(Não Metal ou H)</a:t>
            </a:r>
            <a:endParaRPr lang="pt-BR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609074" y="217155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solidFill>
                  <a:srgbClr val="006600"/>
                </a:solidFill>
                <a:latin typeface="+mn-lt"/>
              </a:rPr>
              <a:t>Átomos neutros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815104" y="4414195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7030A0"/>
                </a:solidFill>
                <a:latin typeface="+mn-lt"/>
              </a:rPr>
              <a:t>Será o índice do ânion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3995936" y="5003272"/>
            <a:ext cx="576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0" b="1" dirty="0">
                <a:solidFill>
                  <a:srgbClr val="00B050"/>
                </a:solidFill>
                <a:latin typeface="Brush Script MT" pitchFamily="66" charset="0"/>
              </a:rPr>
              <a:t>y</a:t>
            </a:r>
            <a:endParaRPr lang="pt-BR" sz="7000" b="1" i="1" baseline="30000" dirty="0">
              <a:solidFill>
                <a:srgbClr val="00B050"/>
              </a:solidFill>
              <a:latin typeface="Brush Script MT" pitchFamily="66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5292080" y="5075280"/>
            <a:ext cx="576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rgbClr val="00B050"/>
                </a:solidFill>
                <a:latin typeface="Brush Script MT" pitchFamily="66" charset="0"/>
              </a:rPr>
              <a:t>x</a:t>
            </a:r>
            <a:endParaRPr lang="pt-BR" sz="3200" b="1" i="1" baseline="30000" dirty="0">
              <a:solidFill>
                <a:srgbClr val="00B050"/>
              </a:solidFill>
              <a:latin typeface="Brush Script MT" pitchFamily="66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5949515" y="4568803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7030A0"/>
                </a:solidFill>
                <a:latin typeface="+mn-lt"/>
              </a:rPr>
              <a:t>Será o índice do cátion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6096653" y="5470479"/>
            <a:ext cx="268430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</a:rPr>
              <a:t>As substâncias iônicas não são moléculas! </a:t>
            </a:r>
          </a:p>
          <a:p>
            <a:pPr algn="ctr"/>
            <a:r>
              <a:rPr lang="pt-BR" b="1" i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</a:rPr>
              <a:t>São agregados iônicos!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09C41587-2F85-6F86-012B-A35FB8DF0550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C4FFB040-65B9-E22D-05E1-12C1EFCDBB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ACBB131-2432-E070-05BF-FF0FBFC01EA7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92CF3C2E-6B06-15E0-347F-EB42DE29D18C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6552F50-5CA8-1252-6746-AB22F6F63228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BE9E7DCC-248B-ED91-423F-D0C1DC4AC63B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537778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18" grpId="0" build="allAtOnce"/>
      <p:bldP spid="19" grpId="0" build="allAtOnce"/>
      <p:bldP spid="20" grpId="0" build="allAtOnce"/>
      <p:bldP spid="21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 animBg="1"/>
      <p:bldP spid="27" grpId="0" build="allAtOnce"/>
      <p:bldP spid="28" grpId="0" animBg="1"/>
      <p:bldP spid="29" grpId="0" animBg="1"/>
      <p:bldP spid="32" grpId="0"/>
      <p:bldP spid="33" grpId="0"/>
      <p:bldP spid="34" grpId="0" build="allAtOnce"/>
      <p:bldP spid="35" grpId="0"/>
      <p:bldP spid="36" grpId="0"/>
      <p:bldP spid="37" grpId="0"/>
      <p:bldP spid="38" grpId="0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7741496" y="3519915"/>
            <a:ext cx="57606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500" b="1" i="1" baseline="30000" dirty="0">
                <a:solidFill>
                  <a:srgbClr val="00B050"/>
                </a:solidFill>
                <a:latin typeface="Candara" panose="020E0502030303020204" pitchFamily="34" charset="0"/>
              </a:rPr>
              <a:t> –</a:t>
            </a:r>
            <a:r>
              <a:rPr lang="pt-BR" sz="3500" b="1" i="1" dirty="0">
                <a:latin typeface="Candara" panose="020E0502030303020204" pitchFamily="34" charset="0"/>
              </a:rPr>
              <a:t> </a:t>
            </a:r>
            <a:endParaRPr lang="pt-BR" sz="3500" b="1" i="1" baseline="30000" dirty="0">
              <a:latin typeface="Candara" panose="020E050203030302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1089112" y="3350638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i="1" dirty="0">
                <a:solidFill>
                  <a:srgbClr val="00B050"/>
                </a:solidFill>
                <a:latin typeface="Candara" panose="020E0502030303020204" pitchFamily="34" charset="0"/>
              </a:rPr>
              <a:t>2</a:t>
            </a:r>
            <a:r>
              <a:rPr lang="pt-BR" sz="3200" b="1" i="1" baseline="30000" dirty="0">
                <a:solidFill>
                  <a:srgbClr val="00B050"/>
                </a:solidFill>
                <a:latin typeface="Candara" panose="020E0502030303020204" pitchFamily="34" charset="0"/>
              </a:rPr>
              <a:t>+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2927673" y="1915956"/>
            <a:ext cx="1413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Candara" panose="020E0502030303020204" pitchFamily="34" charset="0"/>
              </a:rPr>
              <a:t>Mg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013411" y="2008289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Candara" panose="020E0502030303020204" pitchFamily="34" charset="0"/>
              </a:rPr>
              <a:t>Cl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00997" y="3519915"/>
            <a:ext cx="1327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FF0000"/>
                </a:solidFill>
                <a:latin typeface="Candara" panose="020E0502030303020204" pitchFamily="34" charset="0"/>
              </a:rPr>
              <a:t>Mg</a:t>
            </a:r>
            <a:endParaRPr lang="pt-BR" sz="4800" dirty="0">
              <a:solidFill>
                <a:srgbClr val="FF0000"/>
              </a:solidFill>
              <a:latin typeface="Candara" panose="020E0502030303020204" pitchFamily="34" charset="0"/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7131457" y="3645473"/>
            <a:ext cx="1220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solidFill>
                  <a:srgbClr val="FF0000"/>
                </a:solidFill>
                <a:latin typeface="Candara" panose="020E0502030303020204" pitchFamily="34" charset="0"/>
              </a:rPr>
              <a:t>Cl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71304" y="429074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6600"/>
                </a:solidFill>
                <a:latin typeface="+mn-lt"/>
              </a:rPr>
              <a:t>Cátion</a:t>
            </a:r>
            <a:endParaRPr lang="pt-BR" sz="2000" b="1" i="1" baseline="300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7164288" y="4337226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6600"/>
                </a:solidFill>
                <a:latin typeface="+mn-lt"/>
              </a:rPr>
              <a:t>Ânion</a:t>
            </a:r>
            <a:endParaRPr lang="pt-BR" sz="2000" b="1" i="1" baseline="30000" dirty="0">
              <a:solidFill>
                <a:srgbClr val="006600"/>
              </a:solidFill>
              <a:latin typeface="+mn-lt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3634501" y="5039592"/>
            <a:ext cx="22289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000" b="1" dirty="0">
                <a:solidFill>
                  <a:srgbClr val="FF0000"/>
                </a:solidFill>
                <a:latin typeface="Candara" panose="020E0502030303020204" pitchFamily="34" charset="0"/>
              </a:rPr>
              <a:t>Mg</a:t>
            </a:r>
            <a:r>
              <a:rPr lang="pt-BR" sz="5000" b="1" dirty="0">
                <a:latin typeface="Forte" pitchFamily="66" charset="0"/>
              </a:rPr>
              <a:t> </a:t>
            </a:r>
            <a:r>
              <a:rPr lang="pt-BR" sz="5000" b="1" dirty="0">
                <a:solidFill>
                  <a:srgbClr val="FF0000"/>
                </a:solidFill>
                <a:latin typeface="Candara" panose="020E0502030303020204" pitchFamily="34" charset="0"/>
              </a:rPr>
              <a:t>Cl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5330066" y="6057112"/>
            <a:ext cx="2987493" cy="40011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2060"/>
                </a:solidFill>
                <a:latin typeface="+mn-lt"/>
              </a:rPr>
              <a:t>Fórmula Iônica:  MgCl</a:t>
            </a:r>
            <a:r>
              <a:rPr lang="pt-BR" sz="2000" b="1" i="1" baseline="-25000" dirty="0">
                <a:solidFill>
                  <a:srgbClr val="002060"/>
                </a:solidFill>
                <a:latin typeface="+mn-lt"/>
              </a:rPr>
              <a:t>2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843808" y="3081152"/>
            <a:ext cx="33843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i="1" dirty="0">
                <a:solidFill>
                  <a:srgbClr val="002060"/>
                </a:solidFill>
                <a:latin typeface="+mn-lt"/>
              </a:rPr>
              <a:t>A fórmula iônica representa a menor proporção no retículo cristalino! </a:t>
            </a:r>
            <a:endParaRPr lang="pt-BR" sz="2000" b="1" i="1" baseline="300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8" name="Seta para a direita 27"/>
          <p:cNvSpPr/>
          <p:nvPr/>
        </p:nvSpPr>
        <p:spPr>
          <a:xfrm rot="8715827">
            <a:off x="1612670" y="2856820"/>
            <a:ext cx="1545172" cy="29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a direita 28"/>
          <p:cNvSpPr/>
          <p:nvPr/>
        </p:nvSpPr>
        <p:spPr>
          <a:xfrm rot="2202606">
            <a:off x="5750706" y="2978342"/>
            <a:ext cx="1712186" cy="323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 de seta reta 29"/>
          <p:cNvCxnSpPr/>
          <p:nvPr/>
        </p:nvCxnSpPr>
        <p:spPr>
          <a:xfrm flipH="1">
            <a:off x="4458318" y="3769994"/>
            <a:ext cx="3258794" cy="1783448"/>
          </a:xfrm>
          <a:prstGeom prst="straightConnector1">
            <a:avLst/>
          </a:prstGeom>
          <a:ln>
            <a:solidFill>
              <a:srgbClr val="9900CC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1491253" y="3643026"/>
            <a:ext cx="3988711" cy="1851554"/>
          </a:xfrm>
          <a:prstGeom prst="straightConnector1">
            <a:avLst/>
          </a:prstGeom>
          <a:ln>
            <a:solidFill>
              <a:srgbClr val="9900CC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874088" y="2423788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002060"/>
                </a:solidFill>
                <a:latin typeface="+mn-lt"/>
              </a:rPr>
              <a:t>Perdem elétrons</a:t>
            </a:r>
          </a:p>
          <a:p>
            <a:pPr algn="ctr"/>
            <a:r>
              <a:rPr lang="pt-BR" i="1" dirty="0">
                <a:solidFill>
                  <a:srgbClr val="002060"/>
                </a:solidFill>
              </a:rPr>
              <a:t>(Metal)</a:t>
            </a:r>
            <a:endParaRPr lang="pt-BR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613752" y="2397116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002060"/>
                </a:solidFill>
                <a:latin typeface="+mn-lt"/>
              </a:rPr>
              <a:t>Ganham elétrons</a:t>
            </a:r>
          </a:p>
          <a:p>
            <a:pPr algn="ctr"/>
            <a:r>
              <a:rPr lang="pt-BR" i="1" dirty="0">
                <a:solidFill>
                  <a:srgbClr val="002060"/>
                </a:solidFill>
              </a:rPr>
              <a:t>(Não Metal ou H)</a:t>
            </a:r>
            <a:endParaRPr lang="pt-BR" i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563888" y="272522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>
                <a:solidFill>
                  <a:srgbClr val="006600"/>
                </a:solidFill>
                <a:latin typeface="+mn-lt"/>
              </a:rPr>
              <a:t>Átomos neutros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1815104" y="4414195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7030A0"/>
                </a:solidFill>
                <a:latin typeface="+mn-lt"/>
              </a:rPr>
              <a:t>Será o índice do ânion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5173941" y="5313400"/>
            <a:ext cx="5760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600" b="1" dirty="0">
                <a:solidFill>
                  <a:srgbClr val="00B050"/>
                </a:solidFill>
                <a:latin typeface="Candara" panose="020E0502030303020204" pitchFamily="34" charset="0"/>
              </a:rPr>
              <a:t>2</a:t>
            </a:r>
            <a:endParaRPr lang="pt-BR" sz="4600" b="1" i="1" baseline="30000" dirty="0">
              <a:solidFill>
                <a:srgbClr val="00B050"/>
              </a:solidFill>
              <a:latin typeface="Candara" panose="020E0502030303020204" pitchFamily="34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5949515" y="4568803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i="1" dirty="0">
                <a:solidFill>
                  <a:srgbClr val="7030A0"/>
                </a:solidFill>
                <a:latin typeface="+mn-lt"/>
              </a:rPr>
              <a:t>Será o índice do cátion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1D191FB7-F270-4BD3-C25B-8AFED07D4A89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2A7E1CC0-DC76-AC9F-9AA6-9ABC84A2EF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942299B-76C1-C59A-7EBC-AA949EE8DAF1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91D0080-47CF-DCF0-458D-99D2861E274E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A2C1C63C-767F-1C1A-88F9-4063BDDAD711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2A8765F6-2EE5-288D-ABDD-4371135B5D39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4947679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18" grpId="0" build="allAtOnce"/>
      <p:bldP spid="19" grpId="0" build="allAtOnce"/>
      <p:bldP spid="20" grpId="0" build="allAtOnce"/>
      <p:bldP spid="21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 animBg="1"/>
      <p:bldP spid="27" grpId="0" build="allAtOnce"/>
      <p:bldP spid="28" grpId="0" animBg="1"/>
      <p:bldP spid="29" grpId="0" animBg="1"/>
      <p:bldP spid="32" grpId="0"/>
      <p:bldP spid="33" grpId="0"/>
      <p:bldP spid="34" grpId="0" build="allAtOnce"/>
      <p:bldP spid="35" grpId="0"/>
      <p:bldP spid="37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390145" y="2140848"/>
            <a:ext cx="8424672" cy="72494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Características dos compostos iônicos</a:t>
            </a:r>
          </a:p>
        </p:txBody>
      </p:sp>
      <p:sp>
        <p:nvSpPr>
          <p:cNvPr id="2" name="Retângulo 1"/>
          <p:cNvSpPr/>
          <p:nvPr/>
        </p:nvSpPr>
        <p:spPr>
          <a:xfrm>
            <a:off x="469392" y="2770109"/>
            <a:ext cx="844296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pt-BR" sz="2200" b="1" dirty="0">
                <a:solidFill>
                  <a:srgbClr val="006600"/>
                </a:solidFill>
              </a:rPr>
              <a:t>não conduzem corrente elétrica no estado sólido;</a:t>
            </a:r>
          </a:p>
          <a:p>
            <a:pPr algn="just">
              <a:buFont typeface="Wingdings" pitchFamily="2" charset="2"/>
              <a:buChar char="ü"/>
            </a:pPr>
            <a:r>
              <a:rPr lang="pt-BR" sz="2200" i="1" dirty="0">
                <a:solidFill>
                  <a:srgbClr val="002060"/>
                </a:solidFill>
              </a:rPr>
              <a:t>os íons, ao se ligarem, neutralizam suas cargas e impedem que a corrente elétrica flua;</a:t>
            </a:r>
          </a:p>
          <a:p>
            <a:pPr algn="just">
              <a:buFont typeface="Wingdings" pitchFamily="2" charset="2"/>
              <a:buChar char="q"/>
            </a:pPr>
            <a:r>
              <a:rPr lang="pt-BR" sz="2200" b="1" dirty="0">
                <a:solidFill>
                  <a:srgbClr val="006600"/>
                </a:solidFill>
              </a:rPr>
              <a:t>conduzem corrente quando fundidos ou em solução aquosa;</a:t>
            </a:r>
          </a:p>
          <a:p>
            <a:pPr algn="just">
              <a:buFont typeface="Wingdings" pitchFamily="2" charset="2"/>
              <a:buChar char="ü"/>
            </a:pPr>
            <a:r>
              <a:rPr lang="pt-BR" sz="2200" i="1" dirty="0">
                <a:solidFill>
                  <a:srgbClr val="002060"/>
                </a:solidFill>
              </a:rPr>
              <a:t>ao acontecer o processo de </a:t>
            </a:r>
            <a:r>
              <a:rPr lang="pt-BR" sz="2200" b="1" i="1" dirty="0">
                <a:solidFill>
                  <a:srgbClr val="002060"/>
                </a:solidFill>
              </a:rPr>
              <a:t>fusão </a:t>
            </a:r>
            <a:r>
              <a:rPr lang="pt-BR" sz="2200" i="1" dirty="0">
                <a:solidFill>
                  <a:srgbClr val="002060"/>
                </a:solidFill>
              </a:rPr>
              <a:t>ou </a:t>
            </a:r>
            <a:r>
              <a:rPr lang="pt-BR" sz="2200" b="1" i="1" dirty="0">
                <a:solidFill>
                  <a:srgbClr val="002060"/>
                </a:solidFill>
              </a:rPr>
              <a:t>solvatação </a:t>
            </a:r>
            <a:r>
              <a:rPr lang="pt-BR" sz="2200" i="1" dirty="0">
                <a:solidFill>
                  <a:srgbClr val="002060"/>
                </a:solidFill>
              </a:rPr>
              <a:t>(com a adição da água), os íons separam-se, permitindo a passagem da corrente elétrica;</a:t>
            </a:r>
          </a:p>
          <a:p>
            <a:pPr algn="just">
              <a:buFont typeface="Wingdings" pitchFamily="2" charset="2"/>
              <a:buChar char="q"/>
            </a:pPr>
            <a:r>
              <a:rPr lang="pt-BR" sz="2200" b="1" dirty="0">
                <a:solidFill>
                  <a:srgbClr val="006600"/>
                </a:solidFill>
              </a:rPr>
              <a:t>são sólidos à temperatura ambiente;</a:t>
            </a:r>
          </a:p>
          <a:p>
            <a:pPr algn="just">
              <a:buFont typeface="Wingdings" pitchFamily="2" charset="2"/>
              <a:buChar char="ü"/>
            </a:pPr>
            <a:r>
              <a:rPr lang="pt-BR" sz="2200" i="1" dirty="0">
                <a:solidFill>
                  <a:srgbClr val="002060"/>
                </a:solidFill>
              </a:rPr>
              <a:t>por causa da força de atração entre os cátions e os ânions;</a:t>
            </a:r>
          </a:p>
          <a:p>
            <a:pPr algn="just">
              <a:buFont typeface="Wingdings" pitchFamily="2" charset="2"/>
              <a:buChar char="q"/>
            </a:pPr>
            <a:r>
              <a:rPr lang="pt-BR" sz="2200" b="1" dirty="0">
                <a:solidFill>
                  <a:srgbClr val="006600"/>
                </a:solidFill>
              </a:rPr>
              <a:t>possuem altos pontos de fusão e de ebulição;</a:t>
            </a:r>
          </a:p>
          <a:p>
            <a:pPr algn="just">
              <a:buFont typeface="Wingdings" pitchFamily="2" charset="2"/>
              <a:buChar char="ü"/>
            </a:pPr>
            <a:r>
              <a:rPr lang="pt-BR" sz="2200" i="1" dirty="0">
                <a:solidFill>
                  <a:srgbClr val="002060"/>
                </a:solidFill>
              </a:rPr>
              <a:t>para romper as ligações iônicas, é necessário adicionar muita energia. Por isso, os pontos de fusão e de ebulição são altos.</a:t>
            </a:r>
            <a:endParaRPr lang="pt-BR" sz="2200" dirty="0"/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5879141F-8BA5-31F6-9DE5-AF51E293CE78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6A18EACA-7031-6711-F930-79F05CB78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0AC32020-0CEE-4EE6-9ABC-5AFEB101234C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0AB01BE-9F70-0D07-5D18-8C79495973F5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CBF516B-E872-D251-4499-E7D39B7B626B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DEA60199-41CD-6FC1-66F2-3AE6AE36A7AA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537778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24999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5" name="Line 2"/>
          <p:cNvSpPr>
            <a:spLocks noChangeShapeType="1"/>
          </p:cNvSpPr>
          <p:nvPr/>
        </p:nvSpPr>
        <p:spPr bwMode="auto">
          <a:xfrm>
            <a:off x="4572000" y="2467864"/>
            <a:ext cx="0" cy="28638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V="1">
            <a:off x="6615684" y="2388362"/>
            <a:ext cx="457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 flipV="1">
            <a:off x="6615684" y="2845562"/>
            <a:ext cx="457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6615684" y="3607562"/>
            <a:ext cx="514350" cy="1365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1" name="Group 7"/>
          <p:cNvGrpSpPr>
            <a:grpSpLocks/>
          </p:cNvGrpSpPr>
          <p:nvPr/>
        </p:nvGrpSpPr>
        <p:grpSpPr bwMode="auto">
          <a:xfrm>
            <a:off x="5701284" y="2556002"/>
            <a:ext cx="1066800" cy="2724150"/>
            <a:chOff x="3600" y="1180"/>
            <a:chExt cx="672" cy="1716"/>
          </a:xfrm>
        </p:grpSpPr>
        <p:grpSp>
          <p:nvGrpSpPr>
            <p:cNvPr id="22" name="Group 8"/>
            <p:cNvGrpSpPr>
              <a:grpSpLocks/>
            </p:cNvGrpSpPr>
            <p:nvPr/>
          </p:nvGrpSpPr>
          <p:grpSpPr bwMode="auto">
            <a:xfrm>
              <a:off x="3600" y="1180"/>
              <a:ext cx="624" cy="679"/>
              <a:chOff x="288" y="1728"/>
              <a:chExt cx="624" cy="679"/>
            </a:xfrm>
          </p:grpSpPr>
          <p:sp>
            <p:nvSpPr>
              <p:cNvPr id="26" name="Text Box 9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sz="3600" dirty="0">
                    <a:latin typeface="Comic Sans MS" pitchFamily="66" charset="0"/>
                  </a:rPr>
                  <a:t>A</a:t>
                </a:r>
                <a:r>
                  <a:rPr lang="pt-BR" altLang="pt-BR" sz="3600" dirty="0">
                    <a:latin typeface="Calibri" pitchFamily="34" charset="0"/>
                  </a:rPr>
                  <a:t>ℓ</a:t>
                </a:r>
                <a:r>
                  <a:rPr lang="pt-BR" altLang="pt-BR" sz="3600" dirty="0">
                    <a:solidFill>
                      <a:schemeClr val="bg1"/>
                    </a:solidFill>
                    <a:latin typeface="Comic Sans MS" pitchFamily="66" charset="0"/>
                  </a:rPr>
                  <a:t> </a:t>
                </a:r>
              </a:p>
            </p:txBody>
          </p:sp>
          <p:sp>
            <p:nvSpPr>
              <p:cNvPr id="27" name="Text Box 10"/>
              <p:cNvSpPr txBox="1">
                <a:spLocks noChangeArrowheads="1"/>
              </p:cNvSpPr>
              <p:nvPr/>
            </p:nvSpPr>
            <p:spPr bwMode="auto">
              <a:xfrm>
                <a:off x="672" y="1728"/>
                <a:ext cx="240" cy="6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sz="1600" dirty="0">
                    <a:latin typeface="Comic Sans MS" pitchFamily="66" charset="0"/>
                  </a:rPr>
                  <a:t>x</a:t>
                </a:r>
              </a:p>
              <a:p>
                <a:pPr>
                  <a:spcBef>
                    <a:spcPct val="50000"/>
                  </a:spcBef>
                </a:pPr>
                <a:r>
                  <a:rPr lang="pt-BR" altLang="pt-BR" sz="1600" dirty="0">
                    <a:latin typeface="Comic Sans MS" pitchFamily="66" charset="0"/>
                  </a:rPr>
                  <a:t>x</a:t>
                </a:r>
              </a:p>
              <a:p>
                <a:pPr>
                  <a:spcBef>
                    <a:spcPct val="50000"/>
                  </a:spcBef>
                </a:pPr>
                <a:r>
                  <a:rPr lang="pt-BR" altLang="pt-BR" sz="1600" dirty="0">
                    <a:latin typeface="Comic Sans MS" pitchFamily="66" charset="0"/>
                  </a:rPr>
                  <a:t>x</a:t>
                </a:r>
              </a:p>
            </p:txBody>
          </p:sp>
        </p:grpSp>
        <p:grpSp>
          <p:nvGrpSpPr>
            <p:cNvPr id="23" name="Group 11"/>
            <p:cNvGrpSpPr>
              <a:grpSpLocks/>
            </p:cNvGrpSpPr>
            <p:nvPr/>
          </p:nvGrpSpPr>
          <p:grpSpPr bwMode="auto">
            <a:xfrm>
              <a:off x="3648" y="2140"/>
              <a:ext cx="624" cy="756"/>
              <a:chOff x="288" y="1728"/>
              <a:chExt cx="624" cy="756"/>
            </a:xfrm>
          </p:grpSpPr>
          <p:sp>
            <p:nvSpPr>
              <p:cNvPr id="24" name="Text Box 12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52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sz="3600">
                    <a:latin typeface="Comic Sans MS" pitchFamily="66" charset="0"/>
                  </a:rPr>
                  <a:t>A</a:t>
                </a:r>
                <a:r>
                  <a:rPr lang="pt-BR" altLang="pt-BR" sz="3600">
                    <a:latin typeface="Calibri" pitchFamily="34" charset="0"/>
                  </a:rPr>
                  <a:t>ℓ</a:t>
                </a:r>
                <a:r>
                  <a:rPr lang="pt-BR" altLang="pt-BR" sz="3600">
                    <a:solidFill>
                      <a:schemeClr val="bg1"/>
                    </a:solidFill>
                    <a:latin typeface="Comic Sans MS" pitchFamily="66" charset="0"/>
                  </a:rPr>
                  <a:t> </a:t>
                </a:r>
              </a:p>
            </p:txBody>
          </p:sp>
          <p:sp>
            <p:nvSpPr>
              <p:cNvPr id="25" name="Text Box 13"/>
              <p:cNvSpPr txBox="1">
                <a:spLocks noChangeArrowheads="1"/>
              </p:cNvSpPr>
              <p:nvPr/>
            </p:nvSpPr>
            <p:spPr bwMode="auto">
              <a:xfrm>
                <a:off x="672" y="1728"/>
                <a:ext cx="240" cy="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dirty="0">
                    <a:latin typeface="Comic Sans MS" pitchFamily="66" charset="0"/>
                  </a:rPr>
                  <a:t>x</a:t>
                </a:r>
              </a:p>
              <a:p>
                <a:pPr>
                  <a:spcBef>
                    <a:spcPct val="50000"/>
                  </a:spcBef>
                </a:pPr>
                <a:r>
                  <a:rPr lang="pt-BR" altLang="pt-BR" dirty="0">
                    <a:latin typeface="Comic Sans MS" pitchFamily="66" charset="0"/>
                  </a:rPr>
                  <a:t>x</a:t>
                </a:r>
              </a:p>
              <a:p>
                <a:pPr>
                  <a:spcBef>
                    <a:spcPct val="50000"/>
                  </a:spcBef>
                </a:pPr>
                <a:r>
                  <a:rPr lang="pt-BR" altLang="pt-BR" dirty="0">
                    <a:latin typeface="Comic Sans MS" pitchFamily="66" charset="0"/>
                  </a:rPr>
                  <a:t>x</a:t>
                </a:r>
              </a:p>
            </p:txBody>
          </p:sp>
        </p:grpSp>
      </p:grpSp>
      <p:sp>
        <p:nvSpPr>
          <p:cNvPr id="28" name="Line 14"/>
          <p:cNvSpPr>
            <a:spLocks noChangeShapeType="1"/>
          </p:cNvSpPr>
          <p:nvPr/>
        </p:nvSpPr>
        <p:spPr bwMode="auto">
          <a:xfrm rot="658114" flipV="1">
            <a:off x="6691884" y="3944112"/>
            <a:ext cx="457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>
            <a:off x="6691884" y="4782312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Line 16"/>
          <p:cNvSpPr>
            <a:spLocks noChangeShapeType="1"/>
          </p:cNvSpPr>
          <p:nvPr/>
        </p:nvSpPr>
        <p:spPr bwMode="auto">
          <a:xfrm>
            <a:off x="6691884" y="5131562"/>
            <a:ext cx="5334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Text Box 17"/>
          <p:cNvSpPr txBox="1">
            <a:spLocks noChangeArrowheads="1"/>
          </p:cNvSpPr>
          <p:nvPr/>
        </p:nvSpPr>
        <p:spPr bwMode="auto">
          <a:xfrm>
            <a:off x="1524000" y="3925824"/>
            <a:ext cx="1828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600" dirty="0">
                <a:latin typeface="Comic Sans MS" pitchFamily="66" charset="0"/>
              </a:rPr>
              <a:t>A</a:t>
            </a:r>
            <a:r>
              <a:rPr lang="pt-BR" altLang="pt-BR" sz="3600" dirty="0">
                <a:latin typeface="Calibri" pitchFamily="34" charset="0"/>
              </a:rPr>
              <a:t>ℓ</a:t>
            </a:r>
            <a:r>
              <a:rPr lang="pt-BR" altLang="pt-BR" sz="3600" baseline="-25000" dirty="0">
                <a:latin typeface="Comic Sans MS" pitchFamily="66" charset="0"/>
              </a:rPr>
              <a:t>2</a:t>
            </a:r>
            <a:r>
              <a:rPr lang="pt-BR" altLang="pt-BR" sz="3600" dirty="0">
                <a:latin typeface="Comic Sans MS" pitchFamily="66" charset="0"/>
              </a:rPr>
              <a:t>O</a:t>
            </a:r>
            <a:r>
              <a:rPr lang="pt-BR" altLang="pt-BR" sz="3600" baseline="-25000" dirty="0">
                <a:latin typeface="Comic Sans MS" pitchFamily="66" charset="0"/>
              </a:rPr>
              <a:t>3</a:t>
            </a:r>
            <a:endParaRPr lang="pt-BR" altLang="pt-BR" sz="3600" dirty="0">
              <a:latin typeface="Comic Sans MS" pitchFamily="66" charset="0"/>
            </a:endParaRP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838200" y="2706624"/>
            <a:ext cx="3124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600" dirty="0">
                <a:latin typeface="Comic Sans MS" pitchFamily="66" charset="0"/>
              </a:rPr>
              <a:t>A</a:t>
            </a:r>
            <a:r>
              <a:rPr lang="pt-BR" altLang="pt-BR" sz="3600" dirty="0">
                <a:latin typeface="Calibri" pitchFamily="34" charset="0"/>
              </a:rPr>
              <a:t>ℓ</a:t>
            </a:r>
            <a:r>
              <a:rPr lang="pt-BR" altLang="pt-BR" sz="3600" baseline="30000" dirty="0">
                <a:latin typeface="Comic Sans MS" pitchFamily="66" charset="0"/>
              </a:rPr>
              <a:t>+3        </a:t>
            </a:r>
            <a:r>
              <a:rPr lang="pt-BR" altLang="pt-BR" sz="3600" dirty="0">
                <a:latin typeface="Comic Sans MS" pitchFamily="66" charset="0"/>
              </a:rPr>
              <a:t>O</a:t>
            </a:r>
            <a:r>
              <a:rPr lang="pt-BR" altLang="pt-BR" sz="3600" baseline="30000" dirty="0">
                <a:latin typeface="Comic Sans MS" pitchFamily="66" charset="0"/>
              </a:rPr>
              <a:t>-2</a:t>
            </a:r>
            <a:endParaRPr lang="pt-BR" altLang="pt-BR" sz="3600" dirty="0">
              <a:latin typeface="Comic Sans MS" pitchFamily="66" charset="0"/>
            </a:endParaRPr>
          </a:p>
        </p:txBody>
      </p:sp>
      <p:cxnSp>
        <p:nvCxnSpPr>
          <p:cNvPr id="33" name="AutoShape 19"/>
          <p:cNvCxnSpPr>
            <a:cxnSpLocks noChangeShapeType="1"/>
          </p:cNvCxnSpPr>
          <p:nvPr/>
        </p:nvCxnSpPr>
        <p:spPr bwMode="auto">
          <a:xfrm rot="10800000" flipH="1" flipV="1">
            <a:off x="1562100" y="3147949"/>
            <a:ext cx="1562100" cy="320675"/>
          </a:xfrm>
          <a:prstGeom prst="curvedConnector4">
            <a:avLst>
              <a:gd name="adj1" fmla="val -14634"/>
              <a:gd name="adj2" fmla="val 171287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0"/>
          <p:cNvCxnSpPr>
            <a:cxnSpLocks noChangeShapeType="1"/>
          </p:cNvCxnSpPr>
          <p:nvPr/>
        </p:nvCxnSpPr>
        <p:spPr bwMode="auto">
          <a:xfrm rot="5400000">
            <a:off x="1978025" y="2868549"/>
            <a:ext cx="425450" cy="1257300"/>
          </a:xfrm>
          <a:prstGeom prst="curvedConnector2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5" name="Group 21"/>
          <p:cNvGrpSpPr>
            <a:grpSpLocks/>
          </p:cNvGrpSpPr>
          <p:nvPr/>
        </p:nvGrpSpPr>
        <p:grpSpPr bwMode="auto">
          <a:xfrm>
            <a:off x="7044309" y="2085150"/>
            <a:ext cx="838200" cy="3200400"/>
            <a:chOff x="4416" y="1392"/>
            <a:chExt cx="528" cy="2016"/>
          </a:xfrm>
        </p:grpSpPr>
        <p:grpSp>
          <p:nvGrpSpPr>
            <p:cNvPr id="36" name="Group 22"/>
            <p:cNvGrpSpPr>
              <a:grpSpLocks/>
            </p:cNvGrpSpPr>
            <p:nvPr/>
          </p:nvGrpSpPr>
          <p:grpSpPr bwMode="auto">
            <a:xfrm>
              <a:off x="4416" y="1392"/>
              <a:ext cx="384" cy="480"/>
              <a:chOff x="1104" y="1392"/>
              <a:chExt cx="384" cy="480"/>
            </a:xfrm>
          </p:grpSpPr>
          <p:sp>
            <p:nvSpPr>
              <p:cNvPr id="53" name="Text Box 23"/>
              <p:cNvSpPr txBox="1">
                <a:spLocks noChangeArrowheads="1"/>
              </p:cNvSpPr>
              <p:nvPr/>
            </p:nvSpPr>
            <p:spPr bwMode="auto">
              <a:xfrm>
                <a:off x="1104" y="1440"/>
                <a:ext cx="384" cy="4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sz="3600">
                    <a:latin typeface="Comic Sans MS" pitchFamily="66" charset="0"/>
                  </a:rPr>
                  <a:t>O</a:t>
                </a:r>
                <a:r>
                  <a:rPr lang="pt-BR" altLang="pt-BR" sz="3600">
                    <a:solidFill>
                      <a:schemeClr val="bg1"/>
                    </a:solidFill>
                    <a:latin typeface="Comic Sans MS" pitchFamily="66" charset="0"/>
                  </a:rPr>
                  <a:t> </a:t>
                </a:r>
              </a:p>
            </p:txBody>
          </p:sp>
          <p:sp>
            <p:nvSpPr>
              <p:cNvPr id="54" name="Oval 24"/>
              <p:cNvSpPr>
                <a:spLocks noChangeArrowheads="1"/>
              </p:cNvSpPr>
              <p:nvPr/>
            </p:nvSpPr>
            <p:spPr bwMode="auto">
              <a:xfrm>
                <a:off x="1200" y="1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5" name="Oval 25"/>
              <p:cNvSpPr>
                <a:spLocks noChangeArrowheads="1"/>
              </p:cNvSpPr>
              <p:nvPr/>
            </p:nvSpPr>
            <p:spPr bwMode="auto">
              <a:xfrm>
                <a:off x="1317" y="1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6" name="Oval 26"/>
              <p:cNvSpPr>
                <a:spLocks noChangeArrowheads="1"/>
              </p:cNvSpPr>
              <p:nvPr/>
            </p:nvSpPr>
            <p:spPr bwMode="auto">
              <a:xfrm>
                <a:off x="1440" y="168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7" name="Oval 27"/>
              <p:cNvSpPr>
                <a:spLocks noChangeArrowheads="1"/>
              </p:cNvSpPr>
              <p:nvPr/>
            </p:nvSpPr>
            <p:spPr bwMode="auto">
              <a:xfrm>
                <a:off x="1440" y="153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8" name="Oval 28"/>
              <p:cNvSpPr>
                <a:spLocks noChangeArrowheads="1"/>
              </p:cNvSpPr>
              <p:nvPr/>
            </p:nvSpPr>
            <p:spPr bwMode="auto">
              <a:xfrm>
                <a:off x="1317" y="13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9" name="Oval 29"/>
              <p:cNvSpPr>
                <a:spLocks noChangeArrowheads="1"/>
              </p:cNvSpPr>
              <p:nvPr/>
            </p:nvSpPr>
            <p:spPr bwMode="auto">
              <a:xfrm>
                <a:off x="1200" y="13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</p:grpSp>
        <p:grpSp>
          <p:nvGrpSpPr>
            <p:cNvPr id="37" name="Group 30"/>
            <p:cNvGrpSpPr>
              <a:grpSpLocks/>
            </p:cNvGrpSpPr>
            <p:nvPr/>
          </p:nvGrpSpPr>
          <p:grpSpPr bwMode="auto">
            <a:xfrm>
              <a:off x="4512" y="2256"/>
              <a:ext cx="384" cy="480"/>
              <a:chOff x="1104" y="1392"/>
              <a:chExt cx="384" cy="480"/>
            </a:xfrm>
          </p:grpSpPr>
          <p:sp>
            <p:nvSpPr>
              <p:cNvPr id="46" name="Text Box 31"/>
              <p:cNvSpPr txBox="1">
                <a:spLocks noChangeArrowheads="1"/>
              </p:cNvSpPr>
              <p:nvPr/>
            </p:nvSpPr>
            <p:spPr bwMode="auto">
              <a:xfrm>
                <a:off x="1104" y="1440"/>
                <a:ext cx="384" cy="4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sz="3600" dirty="0">
                    <a:latin typeface="Comic Sans MS" pitchFamily="66" charset="0"/>
                  </a:rPr>
                  <a:t>O</a:t>
                </a:r>
                <a:r>
                  <a:rPr lang="pt-BR" altLang="pt-BR" sz="3600" dirty="0">
                    <a:solidFill>
                      <a:schemeClr val="bg1"/>
                    </a:solidFill>
                    <a:latin typeface="Comic Sans MS" pitchFamily="66" charset="0"/>
                  </a:rPr>
                  <a:t> </a:t>
                </a:r>
              </a:p>
            </p:txBody>
          </p:sp>
          <p:sp>
            <p:nvSpPr>
              <p:cNvPr id="47" name="Oval 32"/>
              <p:cNvSpPr>
                <a:spLocks noChangeArrowheads="1"/>
              </p:cNvSpPr>
              <p:nvPr/>
            </p:nvSpPr>
            <p:spPr bwMode="auto">
              <a:xfrm>
                <a:off x="1200" y="1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8" name="Oval 33"/>
              <p:cNvSpPr>
                <a:spLocks noChangeArrowheads="1"/>
              </p:cNvSpPr>
              <p:nvPr/>
            </p:nvSpPr>
            <p:spPr bwMode="auto">
              <a:xfrm>
                <a:off x="1311" y="1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9" name="Oval 34"/>
              <p:cNvSpPr>
                <a:spLocks noChangeArrowheads="1"/>
              </p:cNvSpPr>
              <p:nvPr/>
            </p:nvSpPr>
            <p:spPr bwMode="auto">
              <a:xfrm>
                <a:off x="1440" y="168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0" name="Oval 35"/>
              <p:cNvSpPr>
                <a:spLocks noChangeArrowheads="1"/>
              </p:cNvSpPr>
              <p:nvPr/>
            </p:nvSpPr>
            <p:spPr bwMode="auto">
              <a:xfrm>
                <a:off x="1440" y="153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1" name="Oval 36"/>
              <p:cNvSpPr>
                <a:spLocks noChangeArrowheads="1"/>
              </p:cNvSpPr>
              <p:nvPr/>
            </p:nvSpPr>
            <p:spPr bwMode="auto">
              <a:xfrm>
                <a:off x="1311" y="13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52" name="Oval 37"/>
              <p:cNvSpPr>
                <a:spLocks noChangeArrowheads="1"/>
              </p:cNvSpPr>
              <p:nvPr/>
            </p:nvSpPr>
            <p:spPr bwMode="auto">
              <a:xfrm>
                <a:off x="1200" y="13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</p:grpSp>
        <p:grpSp>
          <p:nvGrpSpPr>
            <p:cNvPr id="38" name="Group 38"/>
            <p:cNvGrpSpPr>
              <a:grpSpLocks/>
            </p:cNvGrpSpPr>
            <p:nvPr/>
          </p:nvGrpSpPr>
          <p:grpSpPr bwMode="auto">
            <a:xfrm>
              <a:off x="4560" y="2928"/>
              <a:ext cx="384" cy="480"/>
              <a:chOff x="1104" y="1392"/>
              <a:chExt cx="384" cy="480"/>
            </a:xfrm>
          </p:grpSpPr>
          <p:sp>
            <p:nvSpPr>
              <p:cNvPr id="39" name="Text Box 39"/>
              <p:cNvSpPr txBox="1">
                <a:spLocks noChangeArrowheads="1"/>
              </p:cNvSpPr>
              <p:nvPr/>
            </p:nvSpPr>
            <p:spPr bwMode="auto">
              <a:xfrm>
                <a:off x="1104" y="1440"/>
                <a:ext cx="384" cy="4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pt-BR" altLang="pt-BR" sz="3600" dirty="0">
                    <a:latin typeface="Comic Sans MS" pitchFamily="66" charset="0"/>
                  </a:rPr>
                  <a:t>O</a:t>
                </a:r>
                <a:r>
                  <a:rPr lang="pt-BR" altLang="pt-BR" sz="3600" dirty="0">
                    <a:solidFill>
                      <a:schemeClr val="bg1"/>
                    </a:solidFill>
                    <a:latin typeface="Comic Sans MS" pitchFamily="66" charset="0"/>
                  </a:rPr>
                  <a:t> </a:t>
                </a:r>
              </a:p>
            </p:txBody>
          </p:sp>
          <p:sp>
            <p:nvSpPr>
              <p:cNvPr id="40" name="Oval 40"/>
              <p:cNvSpPr>
                <a:spLocks noChangeArrowheads="1"/>
              </p:cNvSpPr>
              <p:nvPr/>
            </p:nvSpPr>
            <p:spPr bwMode="auto">
              <a:xfrm>
                <a:off x="1200" y="1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1" name="Oval 41"/>
              <p:cNvSpPr>
                <a:spLocks noChangeArrowheads="1"/>
              </p:cNvSpPr>
              <p:nvPr/>
            </p:nvSpPr>
            <p:spPr bwMode="auto">
              <a:xfrm>
                <a:off x="1308" y="182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2" name="Oval 42"/>
              <p:cNvSpPr>
                <a:spLocks noChangeArrowheads="1"/>
              </p:cNvSpPr>
              <p:nvPr/>
            </p:nvSpPr>
            <p:spPr bwMode="auto">
              <a:xfrm>
                <a:off x="1440" y="168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3" name="Oval 43"/>
              <p:cNvSpPr>
                <a:spLocks noChangeArrowheads="1"/>
              </p:cNvSpPr>
              <p:nvPr/>
            </p:nvSpPr>
            <p:spPr bwMode="auto">
              <a:xfrm>
                <a:off x="1440" y="1573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4" name="Oval 44"/>
              <p:cNvSpPr>
                <a:spLocks noChangeArrowheads="1"/>
              </p:cNvSpPr>
              <p:nvPr/>
            </p:nvSpPr>
            <p:spPr bwMode="auto">
              <a:xfrm>
                <a:off x="1308" y="13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  <p:sp>
            <p:nvSpPr>
              <p:cNvPr id="45" name="Oval 45"/>
              <p:cNvSpPr>
                <a:spLocks noChangeArrowheads="1"/>
              </p:cNvSpPr>
              <p:nvPr/>
            </p:nvSpPr>
            <p:spPr bwMode="auto">
              <a:xfrm>
                <a:off x="1200" y="139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eaLnBrk="1" hangingPunct="1"/>
                <a:endParaRPr lang="pt-BR" altLang="pt-BR">
                  <a:latin typeface="Calibri" pitchFamily="34" charset="0"/>
                </a:endParaRPr>
              </a:p>
            </p:txBody>
          </p:sp>
        </p:grpSp>
      </p:grpSp>
      <p:sp>
        <p:nvSpPr>
          <p:cNvPr id="60" name="Text Box 46"/>
          <p:cNvSpPr txBox="1">
            <a:spLocks noChangeArrowheads="1"/>
          </p:cNvSpPr>
          <p:nvPr/>
        </p:nvSpPr>
        <p:spPr bwMode="auto">
          <a:xfrm>
            <a:off x="1164970" y="4699063"/>
            <a:ext cx="1721946" cy="4308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2200" dirty="0">
                <a:latin typeface="Comic Sans MS" pitchFamily="66" charset="0"/>
              </a:rPr>
              <a:t>Fórmula-íon</a:t>
            </a:r>
            <a:endParaRPr lang="pt-BR" altLang="pt-BR" sz="2200" b="1" dirty="0">
              <a:latin typeface="Calibri" pitchFamily="34" charset="0"/>
            </a:endParaRPr>
          </a:p>
        </p:txBody>
      </p:sp>
      <p:sp>
        <p:nvSpPr>
          <p:cNvPr id="61" name="Text Box 47"/>
          <p:cNvSpPr txBox="1">
            <a:spLocks noChangeArrowheads="1"/>
          </p:cNvSpPr>
          <p:nvPr/>
        </p:nvSpPr>
        <p:spPr bwMode="auto">
          <a:xfrm>
            <a:off x="5252141" y="5251680"/>
            <a:ext cx="3843529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dirty="0">
                <a:latin typeface="Comic Sans MS" pitchFamily="66" charset="0"/>
              </a:rPr>
              <a:t>Fórmula de Lewis ou Eletrônica</a:t>
            </a:r>
          </a:p>
        </p:txBody>
      </p:sp>
      <p:sp>
        <p:nvSpPr>
          <p:cNvPr id="62" name="object 4"/>
          <p:cNvSpPr txBox="1"/>
          <p:nvPr/>
        </p:nvSpPr>
        <p:spPr>
          <a:xfrm>
            <a:off x="303045" y="5649944"/>
            <a:ext cx="42504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55600" indent="-342900" fontAlgn="auto">
              <a:spcBef>
                <a:spcPts val="0"/>
              </a:spcBef>
              <a:spcAft>
                <a:spcPts val="0"/>
              </a:spcAft>
              <a:tabLst>
                <a:tab pos="354965" algn="l"/>
                <a:tab pos="355600" algn="l"/>
              </a:tabLst>
              <a:defRPr/>
            </a:pPr>
            <a:r>
              <a:rPr lang="pt-BR" dirty="0">
                <a:latin typeface="Arial"/>
                <a:cs typeface="Arial"/>
              </a:rPr>
              <a:t>     </a:t>
            </a:r>
            <a:r>
              <a:rPr dirty="0" err="1">
                <a:latin typeface="Arial"/>
                <a:cs typeface="Arial"/>
              </a:rPr>
              <a:t>fórmula</a:t>
            </a:r>
            <a:r>
              <a:rPr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geral </a:t>
            </a:r>
            <a:r>
              <a:rPr dirty="0">
                <a:latin typeface="Arial"/>
                <a:cs typeface="Arial"/>
              </a:rPr>
              <a:t>de um </a:t>
            </a:r>
            <a:r>
              <a:rPr spc="-5" dirty="0">
                <a:latin typeface="Arial"/>
                <a:cs typeface="Arial"/>
              </a:rPr>
              <a:t>composto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iônico:</a:t>
            </a:r>
            <a:endParaRPr dirty="0">
              <a:latin typeface="Arial"/>
              <a:cs typeface="Arial"/>
            </a:endParaRPr>
          </a:p>
        </p:txBody>
      </p:sp>
      <p:sp>
        <p:nvSpPr>
          <p:cNvPr id="63" name="object 5"/>
          <p:cNvSpPr txBox="1"/>
          <p:nvPr/>
        </p:nvSpPr>
        <p:spPr>
          <a:xfrm>
            <a:off x="1475024" y="5808600"/>
            <a:ext cx="2538413" cy="61436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fontAlgn="auto">
              <a:spcBef>
                <a:spcPts val="0"/>
              </a:spcBef>
              <a:spcAft>
                <a:spcPts val="0"/>
              </a:spcAft>
              <a:tabLst>
                <a:tab pos="1893570" algn="l"/>
              </a:tabLst>
              <a:defRPr/>
            </a:pPr>
            <a:r>
              <a:rPr sz="4200" b="1" spc="-7" baseline="-27777" dirty="0">
                <a:latin typeface="Arial"/>
                <a:cs typeface="Arial"/>
              </a:rPr>
              <a:t>A</a:t>
            </a:r>
            <a:r>
              <a:rPr sz="4200" b="1" spc="-22" baseline="-27777" dirty="0">
                <a:latin typeface="Arial"/>
                <a:cs typeface="Arial"/>
              </a:rPr>
              <a:t> </a:t>
            </a:r>
            <a:r>
              <a:rPr sz="1850" b="1" spc="10" dirty="0">
                <a:latin typeface="Arial"/>
                <a:cs typeface="Arial"/>
              </a:rPr>
              <a:t>x</a:t>
            </a:r>
            <a:r>
              <a:rPr sz="1850" b="1" spc="-10" dirty="0">
                <a:latin typeface="Arial"/>
                <a:cs typeface="Arial"/>
              </a:rPr>
              <a:t> </a:t>
            </a:r>
            <a:r>
              <a:rPr sz="1850" b="1" spc="10" dirty="0">
                <a:latin typeface="Arial"/>
                <a:cs typeface="Arial"/>
              </a:rPr>
              <a:t>+	</a:t>
            </a:r>
            <a:r>
              <a:rPr sz="4200" b="1" spc="-7" baseline="-27777" dirty="0">
                <a:latin typeface="Arial"/>
                <a:cs typeface="Arial"/>
              </a:rPr>
              <a:t>B </a:t>
            </a:r>
            <a:r>
              <a:rPr sz="1850" b="1" spc="10" dirty="0">
                <a:latin typeface="Arial"/>
                <a:cs typeface="Arial"/>
              </a:rPr>
              <a:t>y</a:t>
            </a:r>
            <a:r>
              <a:rPr sz="1850" b="1" spc="-90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-</a:t>
            </a:r>
            <a:endParaRPr sz="1850" dirty="0">
              <a:latin typeface="Arial"/>
              <a:cs typeface="Arial"/>
            </a:endParaRPr>
          </a:p>
        </p:txBody>
      </p:sp>
      <p:sp>
        <p:nvSpPr>
          <p:cNvPr id="64" name="object 6"/>
          <p:cNvSpPr txBox="1"/>
          <p:nvPr/>
        </p:nvSpPr>
        <p:spPr>
          <a:xfrm>
            <a:off x="2656124" y="5992750"/>
            <a:ext cx="3500438" cy="4302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fontAlgn="auto">
              <a:spcBef>
                <a:spcPts val="0"/>
              </a:spcBef>
              <a:spcAft>
                <a:spcPts val="0"/>
              </a:spcAft>
              <a:tabLst>
                <a:tab pos="1837055" algn="l"/>
                <a:tab pos="2684145" algn="l"/>
              </a:tabLst>
              <a:defRPr/>
            </a:pPr>
            <a:r>
              <a:rPr sz="2800" b="1" spc="-5" dirty="0">
                <a:latin typeface="Arial"/>
                <a:cs typeface="Arial"/>
              </a:rPr>
              <a:t>+	→	</a:t>
            </a:r>
            <a:r>
              <a:rPr sz="2800" b="1" spc="-10" dirty="0">
                <a:latin typeface="Arial"/>
                <a:cs typeface="Arial"/>
              </a:rPr>
              <a:t>A</a:t>
            </a:r>
            <a:r>
              <a:rPr sz="1850" b="1" spc="10" dirty="0">
                <a:latin typeface="Arial"/>
                <a:cs typeface="Arial"/>
              </a:rPr>
              <a:t>y</a:t>
            </a:r>
            <a:r>
              <a:rPr sz="2800" b="1" spc="-10" dirty="0">
                <a:latin typeface="Arial"/>
                <a:cs typeface="Arial"/>
              </a:rPr>
              <a:t>B</a:t>
            </a:r>
            <a:r>
              <a:rPr sz="1850" b="1" spc="10" dirty="0">
                <a:latin typeface="Arial"/>
                <a:cs typeface="Arial"/>
              </a:rPr>
              <a:t>X</a:t>
            </a:r>
            <a:endParaRPr sz="1850" dirty="0">
              <a:latin typeface="Arial"/>
              <a:cs typeface="Arial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34112" y="2269554"/>
            <a:ext cx="3828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RESUMINDO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9369DCA0-D59B-8A84-74A1-D1006CCD47D2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04DE78C2-BA00-B264-6D33-A67F3B5C0B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ACD4101A-7701-F51C-773B-665C6AEBCB8D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CA0742FF-A931-6AB2-DEC9-A432315D9F81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0BFC87A-4BFA-B188-8DAB-E5A61BA18F26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D852631-9EAD-0645-D33E-6EB1896A55CD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5377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90393" y="2140848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EXEMPLIFICANDO</a:t>
            </a:r>
          </a:p>
        </p:txBody>
      </p:sp>
      <p:sp>
        <p:nvSpPr>
          <p:cNvPr id="2" name="Retângulo 1"/>
          <p:cNvSpPr/>
          <p:nvPr/>
        </p:nvSpPr>
        <p:spPr>
          <a:xfrm>
            <a:off x="487680" y="2828836"/>
            <a:ext cx="815035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pt-BR" dirty="0">
                <a:solidFill>
                  <a:srgbClr val="002060"/>
                </a:solidFill>
              </a:rPr>
              <a:t>Um elemento A, cujo número atômico é 20, combina-se com um elemento Y, situado no grupo 15 da tabela periódica, e resulta num composto iônico. Qual será  a provável fórmula?</a:t>
            </a:r>
          </a:p>
          <a:p>
            <a:pPr algn="just">
              <a:buFont typeface="Wingdings" pitchFamily="2" charset="2"/>
              <a:buChar char="q"/>
            </a:pPr>
            <a:endParaRPr lang="pt-BR" dirty="0">
              <a:solidFill>
                <a:srgbClr val="002060"/>
              </a:solidFill>
            </a:endParaRPr>
          </a:p>
          <a:p>
            <a:pPr algn="just">
              <a:buFont typeface="Wingdings" pitchFamily="2" charset="2"/>
              <a:buChar char="q"/>
            </a:pPr>
            <a:r>
              <a:rPr lang="pt-BR" dirty="0">
                <a:solidFill>
                  <a:srgbClr val="002060"/>
                </a:solidFill>
              </a:rPr>
              <a:t>Determine a carga esperada para os íons mais estáveis do bário, enxofre, lítio, fósforo e bromo.</a:t>
            </a:r>
          </a:p>
          <a:p>
            <a:pPr algn="just">
              <a:buFont typeface="Wingdings" pitchFamily="2" charset="2"/>
              <a:buChar char="q"/>
            </a:pPr>
            <a:endParaRPr lang="pt-BR" dirty="0">
              <a:solidFill>
                <a:srgbClr val="002060"/>
              </a:solidFill>
            </a:endParaRPr>
          </a:p>
          <a:p>
            <a:pPr algn="just">
              <a:buFont typeface="Wingdings" pitchFamily="2" charset="2"/>
              <a:buChar char="q"/>
            </a:pPr>
            <a:r>
              <a:rPr lang="pt-BR" dirty="0">
                <a:solidFill>
                  <a:srgbClr val="002060"/>
                </a:solidFill>
              </a:rPr>
              <a:t>Quais dos seguintes compostos você classifica como iônico: H</a:t>
            </a:r>
            <a:r>
              <a:rPr lang="pt-BR" baseline="-25000" dirty="0">
                <a:solidFill>
                  <a:srgbClr val="002060"/>
                </a:solidFill>
              </a:rPr>
              <a:t>2</a:t>
            </a:r>
            <a:r>
              <a:rPr lang="pt-BR" dirty="0">
                <a:solidFill>
                  <a:srgbClr val="002060"/>
                </a:solidFill>
              </a:rPr>
              <a:t>O, Na</a:t>
            </a:r>
            <a:r>
              <a:rPr lang="pt-BR" baseline="-25000" dirty="0">
                <a:solidFill>
                  <a:srgbClr val="002060"/>
                </a:solidFill>
              </a:rPr>
              <a:t>2</a:t>
            </a:r>
            <a:r>
              <a:rPr lang="pt-BR" dirty="0">
                <a:solidFill>
                  <a:srgbClr val="002060"/>
                </a:solidFill>
              </a:rPr>
              <a:t>O, CaCl</a:t>
            </a:r>
            <a:r>
              <a:rPr lang="pt-BR" baseline="-25000" dirty="0">
                <a:solidFill>
                  <a:srgbClr val="002060"/>
                </a:solidFill>
              </a:rPr>
              <a:t>2</a:t>
            </a:r>
            <a:r>
              <a:rPr lang="pt-BR" dirty="0">
                <a:solidFill>
                  <a:srgbClr val="002060"/>
                </a:solidFill>
              </a:rPr>
              <a:t>, </a:t>
            </a:r>
            <a:r>
              <a:rPr lang="pt-BR">
                <a:solidFill>
                  <a:srgbClr val="002060"/>
                </a:solidFill>
              </a:rPr>
              <a:t>SF</a:t>
            </a:r>
            <a:r>
              <a:rPr lang="pt-BR" baseline="-25000">
                <a:solidFill>
                  <a:srgbClr val="002060"/>
                </a:solidFill>
              </a:rPr>
              <a:t>2</a:t>
            </a:r>
            <a:r>
              <a:rPr lang="pt-BR">
                <a:solidFill>
                  <a:srgbClr val="002060"/>
                </a:solidFill>
              </a:rPr>
              <a:t>?</a:t>
            </a:r>
          </a:p>
          <a:p>
            <a:pPr algn="just"/>
            <a:endParaRPr lang="pt-BR" dirty="0">
              <a:solidFill>
                <a:srgbClr val="002060"/>
              </a:solidFill>
            </a:endParaRPr>
          </a:p>
          <a:p>
            <a:pPr algn="just">
              <a:buFont typeface="Wingdings" pitchFamily="2" charset="2"/>
              <a:buChar char="q"/>
            </a:pPr>
            <a:r>
              <a:rPr lang="pt-BR" dirty="0">
                <a:solidFill>
                  <a:srgbClr val="002060"/>
                </a:solidFill>
              </a:rPr>
              <a:t>Quais são as fórmulas mínimas dos compostos formados por:</a:t>
            </a:r>
          </a:p>
          <a:p>
            <a:pPr marL="800100" lvl="1" indent="-342900" algn="just">
              <a:buAutoNum type="alphaLcParenR"/>
            </a:pPr>
            <a:r>
              <a:rPr lang="pt-BR" dirty="0">
                <a:solidFill>
                  <a:srgbClr val="002060"/>
                </a:solidFill>
              </a:rPr>
              <a:t>Íons Al</a:t>
            </a:r>
            <a:r>
              <a:rPr lang="pt-BR" baseline="30000" dirty="0">
                <a:solidFill>
                  <a:srgbClr val="002060"/>
                </a:solidFill>
              </a:rPr>
              <a:t>3+</a:t>
            </a:r>
            <a:r>
              <a:rPr lang="pt-BR" dirty="0">
                <a:solidFill>
                  <a:srgbClr val="002060"/>
                </a:solidFill>
              </a:rPr>
              <a:t> e S</a:t>
            </a:r>
            <a:r>
              <a:rPr lang="pt-BR" baseline="30000" dirty="0">
                <a:solidFill>
                  <a:srgbClr val="002060"/>
                </a:solidFill>
              </a:rPr>
              <a:t>2-</a:t>
            </a:r>
            <a:r>
              <a:rPr lang="pt-BR" dirty="0">
                <a:solidFill>
                  <a:srgbClr val="002060"/>
                </a:solidFill>
              </a:rPr>
              <a:t>;</a:t>
            </a:r>
          </a:p>
          <a:p>
            <a:pPr marL="800100" lvl="1" indent="-342900" algn="just">
              <a:buAutoNum type="alphaLcParenR"/>
            </a:pPr>
            <a:r>
              <a:rPr lang="pt-BR" dirty="0">
                <a:solidFill>
                  <a:srgbClr val="002060"/>
                </a:solidFill>
              </a:rPr>
              <a:t>Íons Al</a:t>
            </a:r>
            <a:r>
              <a:rPr lang="pt-BR" baseline="30000" dirty="0">
                <a:solidFill>
                  <a:srgbClr val="002060"/>
                </a:solidFill>
              </a:rPr>
              <a:t>3+</a:t>
            </a:r>
            <a:r>
              <a:rPr lang="pt-BR" dirty="0">
                <a:solidFill>
                  <a:srgbClr val="002060"/>
                </a:solidFill>
              </a:rPr>
              <a:t> e </a:t>
            </a:r>
            <a:r>
              <a:rPr lang="pt-BR" dirty="0" err="1">
                <a:solidFill>
                  <a:srgbClr val="002060"/>
                </a:solidFill>
              </a:rPr>
              <a:t>Br</a:t>
            </a:r>
            <a:r>
              <a:rPr lang="pt-BR" baseline="30000" dirty="0">
                <a:solidFill>
                  <a:srgbClr val="002060"/>
                </a:solidFill>
              </a:rPr>
              <a:t>-</a:t>
            </a:r>
            <a:r>
              <a:rPr lang="pt-BR" dirty="0">
                <a:solidFill>
                  <a:srgbClr val="002060"/>
                </a:solidFill>
              </a:rPr>
              <a:t>;</a:t>
            </a:r>
          </a:p>
          <a:p>
            <a:pPr marL="800100" lvl="1" indent="-342900" algn="just">
              <a:buAutoNum type="alphaLcParenR"/>
            </a:pPr>
            <a:r>
              <a:rPr lang="pt-BR" dirty="0">
                <a:solidFill>
                  <a:srgbClr val="002060"/>
                </a:solidFill>
              </a:rPr>
              <a:t>Íons Mg</a:t>
            </a:r>
            <a:r>
              <a:rPr lang="pt-BR" baseline="30000" dirty="0">
                <a:solidFill>
                  <a:srgbClr val="002060"/>
                </a:solidFill>
              </a:rPr>
              <a:t>2+</a:t>
            </a:r>
            <a:r>
              <a:rPr lang="pt-BR" dirty="0">
                <a:solidFill>
                  <a:srgbClr val="002060"/>
                </a:solidFill>
              </a:rPr>
              <a:t> e NO</a:t>
            </a:r>
            <a:r>
              <a:rPr lang="pt-BR" baseline="-25000" dirty="0">
                <a:solidFill>
                  <a:srgbClr val="002060"/>
                </a:solidFill>
              </a:rPr>
              <a:t>3</a:t>
            </a:r>
            <a:r>
              <a:rPr lang="pt-BR" baseline="30000" dirty="0">
                <a:solidFill>
                  <a:srgbClr val="002060"/>
                </a:solidFill>
              </a:rPr>
              <a:t>-</a:t>
            </a:r>
            <a:r>
              <a:rPr lang="pt-BR" dirty="0">
                <a:solidFill>
                  <a:srgbClr val="002060"/>
                </a:solidFill>
              </a:rPr>
              <a:t>.</a:t>
            </a: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8454C15D-D56A-1DC9-D650-8DB4CA3764C8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6CF4F479-1515-F1AF-BDE6-FB0BD044AC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A2BC1D6F-CD76-4EFE-5642-116A0BE3EA76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2DA48509-8933-9486-ED61-33147ACA4D28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BBCBF40-1CC0-E50C-511A-87D076F9221E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20C0D59-4FDE-9D54-A1D6-FF0D7098BC36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537778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386835" y="3754433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AF2F1B1A-E7A3-33DB-9D21-E38243A618EC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6BFA6284-278A-81FC-24A3-C753FE80D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CF860202-FD35-3436-4AC1-2BE1A1CB43DC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D1F6EA9-C583-0D21-D814-A07555ED2952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C15AD33-1ED6-9841-16A8-0D119592B6A2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655A8EC-E067-2DBD-A901-1AC6423160AD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552986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973" y="4147375"/>
            <a:ext cx="26955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8" name="Texto explicativo em forma de nuvem 17"/>
          <p:cNvSpPr/>
          <p:nvPr/>
        </p:nvSpPr>
        <p:spPr>
          <a:xfrm>
            <a:off x="436242" y="2773680"/>
            <a:ext cx="4051131" cy="2273808"/>
          </a:xfrm>
          <a:prstGeom prst="cloudCallout">
            <a:avLst>
              <a:gd name="adj1" fmla="val 73967"/>
              <a:gd name="adj2" fmla="val 303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764708" y="3155935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ENTÃO, METAL COM NÃO METAL OU HIDROGÊNIO, QUANDO SE LIGAM, FAZEM UMA LIGAÇÃO IÔNICA!!!!</a:t>
            </a:r>
          </a:p>
        </p:txBody>
      </p:sp>
      <p:sp>
        <p:nvSpPr>
          <p:cNvPr id="20" name="Texto explicativo em forma de nuvem 19"/>
          <p:cNvSpPr/>
          <p:nvPr/>
        </p:nvSpPr>
        <p:spPr>
          <a:xfrm>
            <a:off x="6665602" y="2255520"/>
            <a:ext cx="2478397" cy="1365504"/>
          </a:xfrm>
          <a:prstGeom prst="cloudCallout">
            <a:avLst>
              <a:gd name="adj1" fmla="val -43954"/>
              <a:gd name="adj2" fmla="val 110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 NÃO METAIS PODEM SE LIGAR??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517A4C78-38D1-7BE3-FB62-A2EBCE277CF7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D052D95F-CE08-D53D-F1A8-905FCAA2E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F107560-1507-FB36-6EDF-65706BFC6883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4B39FBF-08D8-9D26-00B4-8BCF1C4010D4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A4740BA-7CD6-E7E5-1CE2-AE758B9CD097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3EE62A8F-636C-C1A5-2473-F8CEF11EE05A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164021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452135" y="3009908"/>
            <a:ext cx="8534400" cy="1449387"/>
          </a:xfrm>
          <a:prstGeom prst="rect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1750"/>
              </a:spcBef>
              <a:buClr>
                <a:srgbClr val="660033"/>
              </a:buClr>
              <a:buFont typeface="Wingdings" pitchFamily="2" charset="2"/>
              <a:buChar char=""/>
            </a:pPr>
            <a:r>
              <a:rPr lang="pt-BR" altLang="pt-BR" sz="2800" dirty="0">
                <a:solidFill>
                  <a:srgbClr val="660033"/>
                </a:solidFill>
              </a:rPr>
              <a:t> </a:t>
            </a:r>
            <a:r>
              <a:rPr lang="pt-BR" altLang="pt-BR" sz="2800" b="1" dirty="0">
                <a:solidFill>
                  <a:srgbClr val="660033"/>
                </a:solidFill>
              </a:rPr>
              <a:t>Definição: 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Ocorre através do </a:t>
            </a:r>
            <a:r>
              <a:rPr lang="pt-BR" altLang="pt-BR" sz="2800" b="1" i="1" dirty="0">
                <a:solidFill>
                  <a:srgbClr val="FF0000"/>
                </a:solidFill>
                <a:latin typeface="Calibri" pitchFamily="34" charset="0"/>
              </a:rPr>
              <a:t>compartilhamento </a:t>
            </a:r>
            <a:r>
              <a:rPr lang="pt-BR" altLang="pt-BR" sz="3200" b="1" i="1" dirty="0">
                <a:solidFill>
                  <a:srgbClr val="FF0000"/>
                </a:solidFill>
                <a:latin typeface="Calibri" pitchFamily="34" charset="0"/>
              </a:rPr>
              <a:t>de </a:t>
            </a:r>
            <a:r>
              <a:rPr lang="pt-BR" altLang="pt-BR" sz="2800" b="1" i="1" dirty="0">
                <a:solidFill>
                  <a:srgbClr val="FF0000"/>
                </a:solidFill>
                <a:latin typeface="Calibri" pitchFamily="34" charset="0"/>
              </a:rPr>
              <a:t>um par de elétrons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 entre átomos que possuem </a:t>
            </a:r>
            <a:r>
              <a:rPr lang="pt-BR" altLang="pt-BR" sz="2800" b="1" i="1" dirty="0">
                <a:solidFill>
                  <a:srgbClr val="FF0000"/>
                </a:solidFill>
                <a:latin typeface="Calibri" pitchFamily="34" charset="0"/>
              </a:rPr>
              <a:t>pequena ou nenhuma diferença de eletronegatividade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Seta para baixo 1"/>
          <p:cNvSpPr/>
          <p:nvPr/>
        </p:nvSpPr>
        <p:spPr>
          <a:xfrm>
            <a:off x="3560064" y="4459295"/>
            <a:ext cx="731520" cy="771073"/>
          </a:xfrm>
          <a:prstGeom prst="downArrow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1901578" y="5352287"/>
            <a:ext cx="4048491" cy="461665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NÃO METAIS OU HIDROGÊNIO</a:t>
            </a:r>
          </a:p>
        </p:txBody>
      </p:sp>
      <p:grpSp>
        <p:nvGrpSpPr>
          <p:cNvPr id="9" name="Grupo 6">
            <a:extLst>
              <a:ext uri="{FF2B5EF4-FFF2-40B4-BE49-F238E27FC236}">
                <a16:creationId xmlns:a16="http://schemas.microsoft.com/office/drawing/2014/main" id="{892620F3-43E3-6C31-F3E7-5FD042305201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C59C0FFE-1D14-6208-B4AD-0ADD8602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8BFD873-A085-0B7C-0163-66DA9E966D56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50D2F9A2-1E60-564D-7147-914BCE900527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256B1689-FAEB-50C3-5B11-B1E72FCCD364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22C11DA3-6E40-CD85-8F9D-BD5897A3EB71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164021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15593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sp>
        <p:nvSpPr>
          <p:cNvPr id="15" name="object 3"/>
          <p:cNvSpPr txBox="1"/>
          <p:nvPr/>
        </p:nvSpPr>
        <p:spPr>
          <a:xfrm>
            <a:off x="457199" y="3113690"/>
            <a:ext cx="8284465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55600" indent="-342900" fontAlgn="auto">
              <a:spcBef>
                <a:spcPts val="0"/>
              </a:spcBef>
              <a:spcAft>
                <a:spcPts val="0"/>
              </a:spcAft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lang="pt-BR" sz="2400" spc="-5" dirty="0" err="1">
                <a:latin typeface="Arial"/>
                <a:cs typeface="Arial"/>
              </a:rPr>
              <a:t>N</a:t>
            </a:r>
            <a:r>
              <a:rPr sz="2400" spc="-5" dirty="0" err="1">
                <a:latin typeface="Arial"/>
                <a:cs typeface="Arial"/>
              </a:rPr>
              <a:t>ão</a:t>
            </a:r>
            <a:r>
              <a:rPr sz="2400" spc="-5" dirty="0">
                <a:latin typeface="Arial"/>
                <a:cs typeface="Arial"/>
              </a:rPr>
              <a:t> há a formação de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íons;</a:t>
            </a:r>
          </a:p>
          <a:p>
            <a:pPr marL="3642995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spc="-5" dirty="0">
              <a:latin typeface="Arial"/>
              <a:cs typeface="Arial"/>
            </a:endParaRPr>
          </a:p>
          <a:p>
            <a:pPr marL="3642995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spc="-5" dirty="0">
              <a:latin typeface="Arial"/>
              <a:cs typeface="Arial"/>
            </a:endParaRPr>
          </a:p>
          <a:p>
            <a:pPr marL="364299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400" spc="-5" dirty="0">
                <a:latin typeface="Arial"/>
                <a:cs typeface="Arial"/>
              </a:rPr>
              <a:t>polar: os </a:t>
            </a:r>
            <a:r>
              <a:rPr sz="2400" dirty="0">
                <a:latin typeface="Arial"/>
                <a:cs typeface="Arial"/>
              </a:rPr>
              <a:t>átomos </a:t>
            </a:r>
            <a:r>
              <a:rPr sz="2400" spc="-5" dirty="0" err="1">
                <a:latin typeface="Arial"/>
                <a:cs typeface="Arial"/>
              </a:rPr>
              <a:t>são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 err="1">
                <a:latin typeface="Arial"/>
                <a:cs typeface="Arial"/>
              </a:rPr>
              <a:t>diferentes</a:t>
            </a:r>
            <a:endParaRPr lang="pt-BR" sz="2400" spc="-5" dirty="0">
              <a:latin typeface="Arial"/>
              <a:cs typeface="Arial"/>
            </a:endParaRPr>
          </a:p>
          <a:p>
            <a:pPr marL="364299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dirty="0">
                <a:latin typeface="Arial"/>
                <a:cs typeface="Arial"/>
              </a:rPr>
              <a:t>				(</a:t>
            </a:r>
            <a:r>
              <a:rPr lang="pt-BR" sz="2400" dirty="0" err="1">
                <a:latin typeface="Arial"/>
                <a:cs typeface="Arial"/>
              </a:rPr>
              <a:t>HCl</a:t>
            </a:r>
            <a:r>
              <a:rPr lang="pt-BR" sz="2400" dirty="0">
                <a:latin typeface="Arial"/>
                <a:cs typeface="Arial"/>
              </a:rPr>
              <a:t>, HNO</a:t>
            </a:r>
            <a:r>
              <a:rPr lang="pt-BR" sz="2400" baseline="-25000" dirty="0">
                <a:latin typeface="Arial"/>
                <a:cs typeface="Arial"/>
              </a:rPr>
              <a:t>3</a:t>
            </a:r>
            <a:r>
              <a:rPr lang="pt-BR" sz="2400" dirty="0"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  <a:p>
            <a:pPr marL="355600" indent="-342900" fontAlgn="auto">
              <a:spcBef>
                <a:spcPts val="0"/>
              </a:spcBef>
              <a:spcAft>
                <a:spcPts val="0"/>
              </a:spcAft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lang="pt-BR" sz="2400" spc="-5" dirty="0">
                <a:latin typeface="Arial"/>
                <a:cs typeface="Arial"/>
              </a:rPr>
              <a:t>L</a:t>
            </a:r>
            <a:r>
              <a:rPr sz="2400" spc="-5" dirty="0" err="1">
                <a:latin typeface="Arial"/>
                <a:cs typeface="Arial"/>
              </a:rPr>
              <a:t>igação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 err="1">
                <a:latin typeface="Arial"/>
                <a:cs typeface="Arial"/>
              </a:rPr>
              <a:t>covalente</a:t>
            </a:r>
            <a:r>
              <a:rPr sz="2400" spc="-5" dirty="0">
                <a:latin typeface="Arial"/>
                <a:cs typeface="Arial"/>
              </a:rPr>
              <a:t>:</a:t>
            </a:r>
            <a:endParaRPr lang="pt-BR" sz="2400" spc="-5" dirty="0">
              <a:latin typeface="Arial"/>
              <a:cs typeface="Arial"/>
            </a:endParaRPr>
          </a:p>
          <a:p>
            <a:pPr marL="355600" indent="-342900" fontAlgn="auto">
              <a:spcBef>
                <a:spcPts val="0"/>
              </a:spcBef>
              <a:spcAft>
                <a:spcPts val="0"/>
              </a:spcAft>
              <a:buFontTx/>
              <a:buChar char="•"/>
              <a:tabLst>
                <a:tab pos="354965" algn="l"/>
                <a:tab pos="355600" algn="l"/>
              </a:tabLst>
              <a:defRPr/>
            </a:pPr>
            <a:endParaRPr sz="2400" dirty="0">
              <a:latin typeface="Arial"/>
              <a:cs typeface="Arial"/>
            </a:endParaRPr>
          </a:p>
          <a:p>
            <a:pPr marL="364299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400" spc="-5" dirty="0">
                <a:latin typeface="Arial"/>
                <a:cs typeface="Arial"/>
              </a:rPr>
              <a:t>apolar: os </a:t>
            </a:r>
            <a:r>
              <a:rPr sz="2400" dirty="0">
                <a:latin typeface="Arial"/>
                <a:cs typeface="Arial"/>
              </a:rPr>
              <a:t>átomos </a:t>
            </a:r>
            <a:r>
              <a:rPr sz="2400" spc="-5" dirty="0" err="1">
                <a:latin typeface="Arial"/>
                <a:cs typeface="Arial"/>
              </a:rPr>
              <a:t>são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 err="1">
                <a:latin typeface="Arial"/>
                <a:cs typeface="Arial"/>
              </a:rPr>
              <a:t>idênticos</a:t>
            </a:r>
            <a:endParaRPr lang="pt-BR" sz="2400" spc="-5" dirty="0">
              <a:latin typeface="Arial"/>
              <a:cs typeface="Arial"/>
            </a:endParaRPr>
          </a:p>
          <a:p>
            <a:pPr marL="364299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spc="-5" dirty="0">
                <a:latin typeface="Arial"/>
                <a:cs typeface="Arial"/>
              </a:rPr>
              <a:t>				(H</a:t>
            </a:r>
            <a:r>
              <a:rPr lang="pt-BR" sz="2400" spc="-5" baseline="-25000" dirty="0">
                <a:latin typeface="Arial"/>
                <a:cs typeface="Arial"/>
              </a:rPr>
              <a:t>2</a:t>
            </a:r>
            <a:r>
              <a:rPr lang="pt-BR" sz="2400" spc="-5" dirty="0">
                <a:latin typeface="Arial"/>
                <a:cs typeface="Arial"/>
              </a:rPr>
              <a:t>, O</a:t>
            </a:r>
            <a:r>
              <a:rPr lang="pt-BR" sz="2400" spc="-5" baseline="-25000" dirty="0">
                <a:latin typeface="Arial"/>
                <a:cs typeface="Arial"/>
              </a:rPr>
              <a:t>2</a:t>
            </a:r>
            <a:r>
              <a:rPr lang="pt-BR" sz="2400" spc="-5" dirty="0">
                <a:latin typeface="Arial"/>
                <a:cs typeface="Arial"/>
              </a:rPr>
              <a:t>)</a:t>
            </a:r>
            <a:endParaRPr sz="2400" baseline="-25000" dirty="0">
              <a:latin typeface="Arial"/>
              <a:cs typeface="Arial"/>
            </a:endParaRPr>
          </a:p>
        </p:txBody>
      </p:sp>
      <p:sp>
        <p:nvSpPr>
          <p:cNvPr id="8" name="Seta para a direita 7"/>
          <p:cNvSpPr/>
          <p:nvPr/>
        </p:nvSpPr>
        <p:spPr>
          <a:xfrm rot="19437464">
            <a:off x="3397762" y="4775147"/>
            <a:ext cx="707136" cy="2194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a direita 16"/>
          <p:cNvSpPr/>
          <p:nvPr/>
        </p:nvSpPr>
        <p:spPr>
          <a:xfrm rot="2316222">
            <a:off x="3383464" y="5330597"/>
            <a:ext cx="707136" cy="2194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07645D49-F9FD-248F-7C10-880E8FCE1DC5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FFE994BC-C855-3CF7-F266-6975874A1C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1FD0049D-2B26-7A09-9D94-91D6D3F766EC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DA48C8B-C063-0ABB-1536-0D6C1B371A06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E473F4C4-F497-34E5-34A2-EDC9BD36D3FD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DAA92239-77A9-5414-566B-D5B1E173F01E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164021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071937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sp>
        <p:nvSpPr>
          <p:cNvPr id="15" name="Text Box 1"/>
          <p:cNvSpPr txBox="1">
            <a:spLocks noChangeArrowheads="1"/>
          </p:cNvSpPr>
          <p:nvPr/>
        </p:nvSpPr>
        <p:spPr bwMode="auto">
          <a:xfrm>
            <a:off x="381000" y="2679150"/>
            <a:ext cx="8763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altLang="pt-BR" sz="3200" dirty="0">
                <a:solidFill>
                  <a:srgbClr val="FFFF00"/>
                </a:solidFill>
                <a:latin typeface="Comic Sans MS" pitchFamily="66" charset="0"/>
              </a:rPr>
              <a:t>	</a:t>
            </a:r>
            <a:r>
              <a:rPr lang="pt-BR" altLang="pt-BR" sz="4400" dirty="0">
                <a:solidFill>
                  <a:srgbClr val="000000"/>
                </a:solidFill>
                <a:latin typeface="Wingdings" pitchFamily="2" charset="2"/>
              </a:rPr>
              <a:t></a:t>
            </a:r>
            <a:r>
              <a:rPr lang="pt-BR" altLang="pt-BR" sz="2800" dirty="0">
                <a:solidFill>
                  <a:srgbClr val="000000"/>
                </a:solidFill>
                <a:latin typeface="Comic Sans MS" pitchFamily="66" charset="0"/>
              </a:rPr>
              <a:t>Ocorre geralmente entre </a:t>
            </a:r>
            <a:r>
              <a:rPr lang="pt-BR" altLang="pt-BR" sz="2800" b="1" dirty="0">
                <a:solidFill>
                  <a:srgbClr val="2D2DB9"/>
                </a:solidFill>
                <a:latin typeface="Comic Sans MS" pitchFamily="66" charset="0"/>
              </a:rPr>
              <a:t>AMETAIS</a:t>
            </a:r>
            <a:r>
              <a:rPr lang="pt-BR" altLang="pt-BR" sz="2800" dirty="0">
                <a:solidFill>
                  <a:srgbClr val="000000"/>
                </a:solidFill>
                <a:latin typeface="Comic Sans MS" pitchFamily="66" charset="0"/>
              </a:rPr>
              <a:t> e</a:t>
            </a:r>
          </a:p>
          <a:p>
            <a:pPr eaLnBrk="1" hangingPunct="1"/>
            <a:r>
              <a:rPr lang="pt-BR" altLang="pt-BR" sz="2800" dirty="0">
                <a:solidFill>
                  <a:srgbClr val="2D2DB9"/>
                </a:solidFill>
                <a:latin typeface="Comic Sans MS" pitchFamily="66" charset="0"/>
              </a:rPr>
              <a:t>HIDROGÊNIO ou AMETAIS entre si</a:t>
            </a:r>
            <a:r>
              <a:rPr lang="pt-BR" altLang="pt-BR" sz="2800" dirty="0">
                <a:solidFill>
                  <a:srgbClr val="000000"/>
                </a:solidFill>
                <a:latin typeface="Comic Sans MS" pitchFamily="66" charset="0"/>
              </a:rPr>
              <a:t>, desde que a </a:t>
            </a:r>
            <a:r>
              <a:rPr lang="pt-BR" altLang="pt-BR" sz="4000" dirty="0">
                <a:solidFill>
                  <a:srgbClr val="000000"/>
                </a:solidFill>
                <a:latin typeface="Symbol" pitchFamily="18" charset="2"/>
              </a:rPr>
              <a:t></a:t>
            </a:r>
            <a:r>
              <a:rPr lang="pt-BR" altLang="pt-BR" sz="2800" dirty="0">
                <a:solidFill>
                  <a:srgbClr val="000000"/>
                </a:solidFill>
                <a:latin typeface="Comic Sans MS" pitchFamily="66" charset="0"/>
              </a:rPr>
              <a:t> de eletronegatividade </a:t>
            </a:r>
            <a:r>
              <a:rPr lang="pt-BR" altLang="pt-BR" sz="4000" dirty="0">
                <a:solidFill>
                  <a:srgbClr val="000000"/>
                </a:solidFill>
                <a:latin typeface="Comic Sans MS" pitchFamily="66" charset="0"/>
              </a:rPr>
              <a:t>&lt;</a:t>
            </a:r>
            <a:r>
              <a:rPr lang="pt-BR" altLang="pt-BR" sz="2800" dirty="0">
                <a:solidFill>
                  <a:srgbClr val="000000"/>
                </a:solidFill>
                <a:latin typeface="Comic Sans MS" pitchFamily="66" charset="0"/>
              </a:rPr>
              <a:t> 1,7</a:t>
            </a:r>
            <a:r>
              <a:rPr lang="pt-BR" altLang="pt-BR" sz="2800" dirty="0">
                <a:solidFill>
                  <a:srgbClr val="FFFF00"/>
                </a:solidFill>
                <a:latin typeface="Comic Sans MS" pitchFamily="66" charset="0"/>
              </a:rPr>
              <a:t>.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2177676" y="4503759"/>
            <a:ext cx="572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H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657344" y="4503759"/>
            <a:ext cx="3121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NÃO METAL</a:t>
            </a:r>
          </a:p>
        </p:txBody>
      </p:sp>
      <p:sp>
        <p:nvSpPr>
          <p:cNvPr id="9" name="Seta para a esquerda e para a direita 8"/>
          <p:cNvSpPr/>
          <p:nvPr/>
        </p:nvSpPr>
        <p:spPr>
          <a:xfrm>
            <a:off x="2981601" y="4734161"/>
            <a:ext cx="1444095" cy="353943"/>
          </a:xfrm>
          <a:prstGeom prst="leftRightArrow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2177676" y="5619327"/>
            <a:ext cx="572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H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572000" y="5790450"/>
            <a:ext cx="3121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NÃO METAL</a:t>
            </a:r>
          </a:p>
        </p:txBody>
      </p:sp>
      <p:sp>
        <p:nvSpPr>
          <p:cNvPr id="10" name="Seta para cima e para baixo 9"/>
          <p:cNvSpPr/>
          <p:nvPr/>
        </p:nvSpPr>
        <p:spPr>
          <a:xfrm>
            <a:off x="5669280" y="5247471"/>
            <a:ext cx="268224" cy="542979"/>
          </a:xfrm>
          <a:prstGeom prst="upDownArrow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para cima e para baixo 30"/>
          <p:cNvSpPr/>
          <p:nvPr/>
        </p:nvSpPr>
        <p:spPr>
          <a:xfrm>
            <a:off x="2327697" y="5206879"/>
            <a:ext cx="268224" cy="542979"/>
          </a:xfrm>
          <a:prstGeom prst="upDownArrow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Grupo 6">
            <a:extLst>
              <a:ext uri="{FF2B5EF4-FFF2-40B4-BE49-F238E27FC236}">
                <a16:creationId xmlns:a16="http://schemas.microsoft.com/office/drawing/2014/main" id="{B024D7DD-5A6E-675D-B870-0F319483D39E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E3AA4670-7E73-940F-80B7-2D6552C2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63BDBDD0-2C48-1F02-F640-CC7A5FFAEAD1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27E94A53-D8CD-AFC2-4B99-E04999ED7843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8E80ECA1-158E-030C-CE4B-C41FF2379673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94170BA3-BCB7-7E39-96E4-95B286235C01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1640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  <p:bldP spid="28" grpId="0"/>
      <p:bldP spid="29" grpId="0"/>
      <p:bldP spid="1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8" y="3155935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53"/>
          <a:stretch>
            <a:fillRect/>
          </a:stretch>
        </p:blipFill>
        <p:spPr bwMode="auto">
          <a:xfrm>
            <a:off x="301226" y="2941456"/>
            <a:ext cx="1700929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084320" y="3035158"/>
            <a:ext cx="465262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200" i="1" dirty="0">
                <a:solidFill>
                  <a:srgbClr val="660033"/>
                </a:solidFill>
                <a:latin typeface="Calibri" pitchFamily="34" charset="0"/>
              </a:rPr>
              <a:t>o par eletrônico compartilhado é formado por um elétron de cada átomo ligante.</a:t>
            </a:r>
            <a:endParaRPr lang="pt-BR" sz="2200" dirty="0"/>
          </a:p>
        </p:txBody>
      </p:sp>
      <p:sp>
        <p:nvSpPr>
          <p:cNvPr id="8" name="Seta para a direita 7"/>
          <p:cNvSpPr/>
          <p:nvPr/>
        </p:nvSpPr>
        <p:spPr>
          <a:xfrm>
            <a:off x="2002155" y="3296548"/>
            <a:ext cx="2082165" cy="4754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243478" y="4236856"/>
            <a:ext cx="27675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NÚVEM ELETRÔNICA</a:t>
            </a:r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713232" y="5021311"/>
            <a:ext cx="7924800" cy="1187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1750"/>
              </a:spcBef>
            </a:pPr>
            <a:r>
              <a:rPr lang="pt-BR" altLang="pt-BR" sz="2800" b="1" dirty="0">
                <a:solidFill>
                  <a:srgbClr val="660033"/>
                </a:solidFill>
              </a:rPr>
              <a:t>Exemplo: 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formação do cloro – </a:t>
            </a:r>
            <a:r>
              <a:rPr lang="pt-BR" altLang="pt-BR" sz="2800" b="1" dirty="0">
                <a:solidFill>
                  <a:srgbClr val="00664D"/>
                </a:solidFill>
              </a:rPr>
              <a:t>C</a:t>
            </a:r>
            <a:r>
              <a:rPr lang="pt-BR" altLang="pt-BR" sz="2800" dirty="0">
                <a:solidFill>
                  <a:srgbClr val="00664D"/>
                </a:solidFill>
              </a:rPr>
              <a:t>ℓ</a:t>
            </a:r>
            <a:r>
              <a:rPr lang="pt-BR" altLang="pt-BR" sz="2800" b="1" baseline="-25000" dirty="0">
                <a:solidFill>
                  <a:srgbClr val="00664D"/>
                </a:solidFill>
              </a:rPr>
              <a:t>2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.</a:t>
            </a:r>
          </a:p>
          <a:p>
            <a:pPr eaLnBrk="1" hangingPunct="1">
              <a:spcBef>
                <a:spcPts val="1750"/>
              </a:spcBef>
            </a:pPr>
            <a:r>
              <a:rPr lang="pt-BR" altLang="pt-BR" sz="2800" b="1" dirty="0">
                <a:solidFill>
                  <a:srgbClr val="7030A0"/>
                </a:solidFill>
              </a:rPr>
              <a:t>C</a:t>
            </a:r>
            <a:r>
              <a:rPr lang="pt-BR" altLang="pt-BR" sz="2800" dirty="0">
                <a:solidFill>
                  <a:srgbClr val="7030A0"/>
                </a:solidFill>
              </a:rPr>
              <a:t>ℓ 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( Z = 17) </a:t>
            </a:r>
            <a:r>
              <a:rPr lang="pt-BR" altLang="pt-BR" sz="2800" i="1" dirty="0">
                <a:solidFill>
                  <a:srgbClr val="660033"/>
                </a:solidFill>
                <a:latin typeface="Symbol" pitchFamily="18" charset="2"/>
              </a:rPr>
              <a:t>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 1s</a:t>
            </a:r>
            <a:r>
              <a:rPr lang="pt-BR" altLang="pt-BR" sz="2800" i="1" baseline="30000" dirty="0">
                <a:solidFill>
                  <a:srgbClr val="660033"/>
                </a:solidFill>
                <a:latin typeface="Calibri" pitchFamily="34" charset="0"/>
              </a:rPr>
              <a:t>2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 2s</a:t>
            </a:r>
            <a:r>
              <a:rPr lang="pt-BR" altLang="pt-BR" sz="2800" i="1" baseline="30000" dirty="0">
                <a:solidFill>
                  <a:srgbClr val="660033"/>
                </a:solidFill>
                <a:latin typeface="Calibri" pitchFamily="34" charset="0"/>
              </a:rPr>
              <a:t>2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, 2p</a:t>
            </a:r>
            <a:r>
              <a:rPr lang="pt-BR" altLang="pt-BR" sz="2800" i="1" baseline="30000" dirty="0">
                <a:solidFill>
                  <a:srgbClr val="660033"/>
                </a:solidFill>
                <a:latin typeface="Calibri" pitchFamily="34" charset="0"/>
              </a:rPr>
              <a:t>6</a:t>
            </a:r>
            <a:r>
              <a:rPr lang="pt-BR" altLang="pt-BR" sz="2800" i="1" dirty="0">
                <a:solidFill>
                  <a:srgbClr val="660033"/>
                </a:solidFill>
                <a:latin typeface="Calibri" pitchFamily="34" charset="0"/>
              </a:rPr>
              <a:t> </a:t>
            </a:r>
            <a:r>
              <a:rPr lang="pt-BR" altLang="pt-BR" sz="2800" b="1" i="1" dirty="0">
                <a:solidFill>
                  <a:srgbClr val="660033"/>
                </a:solidFill>
                <a:latin typeface="Calibri" pitchFamily="34" charset="0"/>
              </a:rPr>
              <a:t>3s</a:t>
            </a:r>
            <a:r>
              <a:rPr lang="pt-BR" altLang="pt-BR" sz="2800" b="1" i="1" baseline="30000" dirty="0">
                <a:solidFill>
                  <a:srgbClr val="660033"/>
                </a:solidFill>
                <a:latin typeface="Calibri" pitchFamily="34" charset="0"/>
              </a:rPr>
              <a:t>2</a:t>
            </a:r>
            <a:r>
              <a:rPr lang="pt-BR" altLang="pt-BR" sz="2800" b="1" i="1" dirty="0">
                <a:solidFill>
                  <a:srgbClr val="660033"/>
                </a:solidFill>
                <a:latin typeface="Calibri" pitchFamily="34" charset="0"/>
              </a:rPr>
              <a:t>, 3p</a:t>
            </a:r>
            <a:r>
              <a:rPr lang="pt-BR" altLang="pt-BR" sz="2800" b="1" i="1" baseline="30000" dirty="0">
                <a:solidFill>
                  <a:srgbClr val="660033"/>
                </a:solidFill>
                <a:latin typeface="Calibri" pitchFamily="34" charset="0"/>
              </a:rPr>
              <a:t>5</a:t>
            </a:r>
          </a:p>
        </p:txBody>
      </p:sp>
      <p:grpSp>
        <p:nvGrpSpPr>
          <p:cNvPr id="10" name="Grupo 6">
            <a:extLst>
              <a:ext uri="{FF2B5EF4-FFF2-40B4-BE49-F238E27FC236}">
                <a16:creationId xmlns:a16="http://schemas.microsoft.com/office/drawing/2014/main" id="{1233B613-0159-17F1-581B-ACB22EA8B896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3E917C0D-B770-086B-D8CD-A73CEB0C13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D310F3C7-24B2-1288-19F5-83CAAC889B06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ABD92BB8-9DEA-549D-5B7F-C5E3AA6641F3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C5CD1D56-4773-6653-5373-847E2484B037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5FE93BA7-6391-5463-7419-ADF0D74D5FAF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1640217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grpSp>
        <p:nvGrpSpPr>
          <p:cNvPr id="51" name="Group 3"/>
          <p:cNvGrpSpPr>
            <a:grpSpLocks/>
          </p:cNvGrpSpPr>
          <p:nvPr/>
        </p:nvGrpSpPr>
        <p:grpSpPr bwMode="auto">
          <a:xfrm>
            <a:off x="228600" y="3410077"/>
            <a:ext cx="2360613" cy="836613"/>
            <a:chOff x="720" y="3062"/>
            <a:chExt cx="1487" cy="527"/>
          </a:xfrm>
        </p:grpSpPr>
        <p:sp>
          <p:nvSpPr>
            <p:cNvPr id="52" name="Text Box 4"/>
            <p:cNvSpPr txBox="1">
              <a:spLocks noChangeArrowheads="1"/>
            </p:cNvSpPr>
            <p:nvPr/>
          </p:nvSpPr>
          <p:spPr bwMode="auto">
            <a:xfrm>
              <a:off x="1728" y="3158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664D"/>
                  </a:solidFill>
                </a:rPr>
                <a:t>C</a:t>
              </a:r>
              <a:r>
                <a:rPr lang="pt-BR" altLang="pt-BR" sz="3200">
                  <a:solidFill>
                    <a:srgbClr val="00664D"/>
                  </a:solidFill>
                </a:rPr>
                <a:t>ℓ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53" name="AutoShape 5"/>
            <p:cNvSpPr>
              <a:spLocks noChangeArrowheads="1"/>
            </p:cNvSpPr>
            <p:nvPr/>
          </p:nvSpPr>
          <p:spPr bwMode="auto">
            <a:xfrm>
              <a:off x="2112" y="335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4" name="AutoShape 6"/>
            <p:cNvSpPr>
              <a:spLocks noChangeArrowheads="1"/>
            </p:cNvSpPr>
            <p:nvPr/>
          </p:nvSpPr>
          <p:spPr bwMode="auto">
            <a:xfrm>
              <a:off x="2112" y="320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5" name="AutoShape 7"/>
            <p:cNvSpPr>
              <a:spLocks noChangeArrowheads="1"/>
            </p:cNvSpPr>
            <p:nvPr/>
          </p:nvSpPr>
          <p:spPr bwMode="auto">
            <a:xfrm>
              <a:off x="1776" y="3062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6" name="AutoShape 8"/>
            <p:cNvSpPr>
              <a:spLocks noChangeArrowheads="1"/>
            </p:cNvSpPr>
            <p:nvPr/>
          </p:nvSpPr>
          <p:spPr bwMode="auto">
            <a:xfrm>
              <a:off x="1920" y="3062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7" name="AutoShape 9"/>
            <p:cNvSpPr>
              <a:spLocks noChangeArrowheads="1"/>
            </p:cNvSpPr>
            <p:nvPr/>
          </p:nvSpPr>
          <p:spPr bwMode="auto">
            <a:xfrm>
              <a:off x="1968" y="349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8" name="AutoShape 10"/>
            <p:cNvSpPr>
              <a:spLocks noChangeArrowheads="1"/>
            </p:cNvSpPr>
            <p:nvPr/>
          </p:nvSpPr>
          <p:spPr bwMode="auto">
            <a:xfrm>
              <a:off x="1776" y="349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9" name="AutoShape 11"/>
            <p:cNvSpPr>
              <a:spLocks noChangeArrowheads="1"/>
            </p:cNvSpPr>
            <p:nvPr/>
          </p:nvSpPr>
          <p:spPr bwMode="auto">
            <a:xfrm>
              <a:off x="1632" y="326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0" name="Text Box 12"/>
            <p:cNvSpPr txBox="1">
              <a:spLocks noChangeArrowheads="1"/>
            </p:cNvSpPr>
            <p:nvPr/>
          </p:nvSpPr>
          <p:spPr bwMode="auto">
            <a:xfrm>
              <a:off x="816" y="3158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664D"/>
                  </a:solidFill>
                </a:rPr>
                <a:t>C</a:t>
              </a:r>
              <a:r>
                <a:rPr lang="pt-BR" altLang="pt-BR" sz="3200">
                  <a:solidFill>
                    <a:srgbClr val="00664D"/>
                  </a:solidFill>
                </a:rPr>
                <a:t>ℓ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61" name="AutoShape 13"/>
            <p:cNvSpPr>
              <a:spLocks noChangeArrowheads="1"/>
            </p:cNvSpPr>
            <p:nvPr/>
          </p:nvSpPr>
          <p:spPr bwMode="auto">
            <a:xfrm>
              <a:off x="720" y="336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2" name="AutoShape 14"/>
            <p:cNvSpPr>
              <a:spLocks noChangeArrowheads="1"/>
            </p:cNvSpPr>
            <p:nvPr/>
          </p:nvSpPr>
          <p:spPr bwMode="auto">
            <a:xfrm>
              <a:off x="1200" y="326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3" name="AutoShape 15"/>
            <p:cNvSpPr>
              <a:spLocks noChangeArrowheads="1"/>
            </p:cNvSpPr>
            <p:nvPr/>
          </p:nvSpPr>
          <p:spPr bwMode="auto">
            <a:xfrm>
              <a:off x="864" y="3062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4" name="AutoShape 16"/>
            <p:cNvSpPr>
              <a:spLocks noChangeArrowheads="1"/>
            </p:cNvSpPr>
            <p:nvPr/>
          </p:nvSpPr>
          <p:spPr bwMode="auto">
            <a:xfrm>
              <a:off x="1008" y="3062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5" name="AutoShape 17"/>
            <p:cNvSpPr>
              <a:spLocks noChangeArrowheads="1"/>
            </p:cNvSpPr>
            <p:nvPr/>
          </p:nvSpPr>
          <p:spPr bwMode="auto">
            <a:xfrm>
              <a:off x="1056" y="349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6" name="AutoShape 18"/>
            <p:cNvSpPr>
              <a:spLocks noChangeArrowheads="1"/>
            </p:cNvSpPr>
            <p:nvPr/>
          </p:nvSpPr>
          <p:spPr bwMode="auto">
            <a:xfrm>
              <a:off x="864" y="349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7" name="AutoShape 19"/>
            <p:cNvSpPr>
              <a:spLocks noChangeArrowheads="1"/>
            </p:cNvSpPr>
            <p:nvPr/>
          </p:nvSpPr>
          <p:spPr bwMode="auto">
            <a:xfrm>
              <a:off x="720" y="321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68" name="Group 21"/>
          <p:cNvGrpSpPr>
            <a:grpSpLocks/>
          </p:cNvGrpSpPr>
          <p:nvPr/>
        </p:nvGrpSpPr>
        <p:grpSpPr bwMode="auto">
          <a:xfrm>
            <a:off x="5486400" y="3578352"/>
            <a:ext cx="3581400" cy="955675"/>
            <a:chOff x="2400" y="3168"/>
            <a:chExt cx="2447" cy="602"/>
          </a:xfrm>
        </p:grpSpPr>
        <p:sp>
          <p:nvSpPr>
            <p:cNvPr id="69" name="Text Box 22"/>
            <p:cNvSpPr txBox="1">
              <a:spLocks noChangeArrowheads="1"/>
            </p:cNvSpPr>
            <p:nvPr/>
          </p:nvSpPr>
          <p:spPr bwMode="auto">
            <a:xfrm>
              <a:off x="2976" y="3168"/>
              <a:ext cx="1871" cy="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00664D"/>
                  </a:solidFill>
                </a:rPr>
                <a:t>C</a:t>
              </a:r>
              <a:r>
                <a:rPr lang="pt-BR" altLang="pt-BR" sz="2800">
                  <a:solidFill>
                    <a:srgbClr val="00664D"/>
                  </a:solidFill>
                </a:rPr>
                <a:t>ℓ</a:t>
              </a:r>
              <a:r>
                <a:rPr lang="pt-BR" altLang="pt-BR" sz="2800" b="1" baseline="-25000">
                  <a:solidFill>
                    <a:srgbClr val="00664D"/>
                  </a:solidFill>
                </a:rPr>
                <a:t>2</a:t>
              </a:r>
              <a:r>
                <a:rPr lang="pt-BR" altLang="pt-BR" sz="2800" b="1">
                  <a:solidFill>
                    <a:srgbClr val="00664D"/>
                  </a:solidFill>
                </a:rPr>
                <a:t>   ou C</a:t>
              </a:r>
              <a:r>
                <a:rPr lang="pt-BR" altLang="pt-BR" sz="2800">
                  <a:solidFill>
                    <a:srgbClr val="00664D"/>
                  </a:solidFill>
                </a:rPr>
                <a:t>ℓ</a:t>
              </a:r>
              <a:r>
                <a:rPr lang="pt-BR" altLang="pt-BR" sz="2800" b="1">
                  <a:solidFill>
                    <a:srgbClr val="00664D"/>
                  </a:solidFill>
                </a:rPr>
                <a:t> - C</a:t>
              </a:r>
              <a:r>
                <a:rPr lang="pt-BR" altLang="pt-BR" sz="2800">
                  <a:solidFill>
                    <a:srgbClr val="00664D"/>
                  </a:solidFill>
                </a:rPr>
                <a:t>ℓ</a:t>
              </a:r>
              <a:r>
                <a:rPr lang="pt-BR" altLang="pt-BR" sz="2800" b="1">
                  <a:solidFill>
                    <a:srgbClr val="00664D"/>
                  </a:solidFill>
                </a:rPr>
                <a:t> </a:t>
              </a:r>
            </a:p>
          </p:txBody>
        </p:sp>
        <p:sp>
          <p:nvSpPr>
            <p:cNvPr id="70" name="AutoShape 23"/>
            <p:cNvSpPr>
              <a:spLocks noChangeArrowheads="1"/>
            </p:cNvSpPr>
            <p:nvPr/>
          </p:nvSpPr>
          <p:spPr bwMode="auto">
            <a:xfrm>
              <a:off x="2400" y="3312"/>
              <a:ext cx="431" cy="95"/>
            </a:xfrm>
            <a:prstGeom prst="rightArrow">
              <a:avLst>
                <a:gd name="adj1" fmla="val 50000"/>
                <a:gd name="adj2" fmla="val 113421"/>
              </a:avLst>
            </a:prstGeom>
            <a:solidFill>
              <a:srgbClr val="660033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sp>
        <p:nvSpPr>
          <p:cNvPr id="71" name="Text Box 24"/>
          <p:cNvSpPr txBox="1">
            <a:spLocks noChangeArrowheads="1"/>
          </p:cNvSpPr>
          <p:nvPr/>
        </p:nvSpPr>
        <p:spPr bwMode="auto">
          <a:xfrm>
            <a:off x="-76200" y="4340352"/>
            <a:ext cx="92202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1500"/>
              </a:spcBef>
            </a:pPr>
            <a:r>
              <a:rPr lang="pt-BR" altLang="pt-BR" sz="2000" b="1">
                <a:solidFill>
                  <a:srgbClr val="660033"/>
                </a:solidFill>
                <a:latin typeface="Calibri" pitchFamily="34" charset="0"/>
              </a:rPr>
              <a:t>                                   Fórmula de Lewis                                       Molecular    ou   Estrutural</a:t>
            </a:r>
          </a:p>
        </p:txBody>
      </p:sp>
      <p:sp>
        <p:nvSpPr>
          <p:cNvPr id="72" name="Text Box 4"/>
          <p:cNvSpPr txBox="1">
            <a:spLocks noChangeArrowheads="1"/>
          </p:cNvSpPr>
          <p:nvPr/>
        </p:nvSpPr>
        <p:spPr bwMode="auto">
          <a:xfrm>
            <a:off x="4495800" y="3613277"/>
            <a:ext cx="684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</a:pPr>
            <a:r>
              <a:rPr lang="pt-BR" altLang="pt-BR" sz="3200" b="1">
                <a:solidFill>
                  <a:srgbClr val="00664D"/>
                </a:solidFill>
              </a:rPr>
              <a:t>C</a:t>
            </a:r>
            <a:r>
              <a:rPr lang="pt-BR" altLang="pt-BR" sz="3200">
                <a:solidFill>
                  <a:srgbClr val="00664D"/>
                </a:solidFill>
              </a:rPr>
              <a:t>ℓ</a:t>
            </a:r>
            <a:r>
              <a:rPr lang="pt-BR" altLang="pt-BR" sz="3200" b="1">
                <a:solidFill>
                  <a:srgbClr val="008000"/>
                </a:solidFill>
              </a:rPr>
              <a:t> </a:t>
            </a:r>
          </a:p>
        </p:txBody>
      </p:sp>
      <p:sp>
        <p:nvSpPr>
          <p:cNvPr id="73" name="AutoShape 5"/>
          <p:cNvSpPr>
            <a:spLocks noChangeArrowheads="1"/>
          </p:cNvSpPr>
          <p:nvPr/>
        </p:nvSpPr>
        <p:spPr bwMode="auto">
          <a:xfrm>
            <a:off x="5105400" y="39180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auto">
          <a:xfrm>
            <a:off x="5105400" y="36894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5" name="AutoShape 7"/>
          <p:cNvSpPr>
            <a:spLocks noChangeArrowheads="1"/>
          </p:cNvSpPr>
          <p:nvPr/>
        </p:nvSpPr>
        <p:spPr bwMode="auto">
          <a:xfrm>
            <a:off x="4572000" y="34608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6" name="AutoShape 8"/>
          <p:cNvSpPr>
            <a:spLocks noChangeArrowheads="1"/>
          </p:cNvSpPr>
          <p:nvPr/>
        </p:nvSpPr>
        <p:spPr bwMode="auto">
          <a:xfrm>
            <a:off x="4800600" y="34608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7" name="AutoShape 9"/>
          <p:cNvSpPr>
            <a:spLocks noChangeArrowheads="1"/>
          </p:cNvSpPr>
          <p:nvPr/>
        </p:nvSpPr>
        <p:spPr bwMode="auto">
          <a:xfrm>
            <a:off x="4876800" y="41466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8" name="AutoShape 10"/>
          <p:cNvSpPr>
            <a:spLocks noChangeArrowheads="1"/>
          </p:cNvSpPr>
          <p:nvPr/>
        </p:nvSpPr>
        <p:spPr bwMode="auto">
          <a:xfrm>
            <a:off x="4572000" y="41466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9" name="AutoShape 11"/>
          <p:cNvSpPr>
            <a:spLocks noChangeArrowheads="1"/>
          </p:cNvSpPr>
          <p:nvPr/>
        </p:nvSpPr>
        <p:spPr bwMode="auto">
          <a:xfrm>
            <a:off x="4343400" y="3781552"/>
            <a:ext cx="150813" cy="150813"/>
          </a:xfrm>
          <a:prstGeom prst="triangle">
            <a:avLst>
              <a:gd name="adj" fmla="val 50000"/>
            </a:avLst>
          </a:prstGeom>
          <a:solidFill>
            <a:srgbClr val="0033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0" name="Text Box 12"/>
          <p:cNvSpPr txBox="1">
            <a:spLocks noChangeArrowheads="1"/>
          </p:cNvSpPr>
          <p:nvPr/>
        </p:nvSpPr>
        <p:spPr bwMode="auto">
          <a:xfrm>
            <a:off x="3657600" y="3656140"/>
            <a:ext cx="6842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</a:pPr>
            <a:r>
              <a:rPr lang="pt-BR" altLang="pt-BR" sz="3200" b="1" dirty="0">
                <a:solidFill>
                  <a:srgbClr val="00664D"/>
                </a:solidFill>
              </a:rPr>
              <a:t>C</a:t>
            </a:r>
            <a:r>
              <a:rPr lang="pt-BR" altLang="pt-BR" sz="3200" dirty="0">
                <a:solidFill>
                  <a:srgbClr val="00664D"/>
                </a:solidFill>
              </a:rPr>
              <a:t>ℓ</a:t>
            </a:r>
            <a:r>
              <a:rPr lang="pt-BR" altLang="pt-BR" sz="3200" b="1" dirty="0">
                <a:solidFill>
                  <a:srgbClr val="008000"/>
                </a:solidFill>
              </a:rPr>
              <a:t> </a:t>
            </a:r>
          </a:p>
        </p:txBody>
      </p:sp>
      <p:sp>
        <p:nvSpPr>
          <p:cNvPr id="81" name="AutoShape 13"/>
          <p:cNvSpPr>
            <a:spLocks noChangeArrowheads="1"/>
          </p:cNvSpPr>
          <p:nvPr/>
        </p:nvSpPr>
        <p:spPr bwMode="auto">
          <a:xfrm>
            <a:off x="3505200" y="3976815"/>
            <a:ext cx="150813" cy="15081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2" name="AutoShape 14"/>
          <p:cNvSpPr>
            <a:spLocks noChangeArrowheads="1"/>
          </p:cNvSpPr>
          <p:nvPr/>
        </p:nvSpPr>
        <p:spPr bwMode="auto">
          <a:xfrm>
            <a:off x="4343400" y="3994277"/>
            <a:ext cx="150813" cy="150813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3" name="AutoShape 15"/>
          <p:cNvSpPr>
            <a:spLocks noChangeArrowheads="1"/>
          </p:cNvSpPr>
          <p:nvPr/>
        </p:nvSpPr>
        <p:spPr bwMode="auto">
          <a:xfrm>
            <a:off x="3733800" y="3503740"/>
            <a:ext cx="150813" cy="15081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4" name="AutoShape 16"/>
          <p:cNvSpPr>
            <a:spLocks noChangeArrowheads="1"/>
          </p:cNvSpPr>
          <p:nvPr/>
        </p:nvSpPr>
        <p:spPr bwMode="auto">
          <a:xfrm>
            <a:off x="3962400" y="3503740"/>
            <a:ext cx="150813" cy="15081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5" name="AutoShape 17"/>
          <p:cNvSpPr>
            <a:spLocks noChangeArrowheads="1"/>
          </p:cNvSpPr>
          <p:nvPr/>
        </p:nvSpPr>
        <p:spPr bwMode="auto">
          <a:xfrm>
            <a:off x="4038600" y="4189540"/>
            <a:ext cx="150813" cy="15081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6" name="AutoShape 18"/>
          <p:cNvSpPr>
            <a:spLocks noChangeArrowheads="1"/>
          </p:cNvSpPr>
          <p:nvPr/>
        </p:nvSpPr>
        <p:spPr bwMode="auto">
          <a:xfrm>
            <a:off x="3733800" y="4189540"/>
            <a:ext cx="150813" cy="15081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7" name="AutoShape 19"/>
          <p:cNvSpPr>
            <a:spLocks noChangeArrowheads="1"/>
          </p:cNvSpPr>
          <p:nvPr/>
        </p:nvSpPr>
        <p:spPr bwMode="auto">
          <a:xfrm>
            <a:off x="3505200" y="3748215"/>
            <a:ext cx="150813" cy="150812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360" cap="sq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2" name="Seta para baixo 1"/>
          <p:cNvSpPr/>
          <p:nvPr/>
        </p:nvSpPr>
        <p:spPr>
          <a:xfrm>
            <a:off x="4302580" y="4423601"/>
            <a:ext cx="304800" cy="1001141"/>
          </a:xfrm>
          <a:prstGeom prst="downArrow">
            <a:avLst/>
          </a:prstGeom>
          <a:solidFill>
            <a:srgbClr val="0020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4317429" y="3613277"/>
            <a:ext cx="230187" cy="7270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462502" y="5559552"/>
            <a:ext cx="8218202" cy="36933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NÚVEM ELETRÔNICA = LIGAÇÃO COVALENTE = COMPARTILHAMENTO DE ELÉTRONS</a:t>
            </a:r>
          </a:p>
        </p:txBody>
      </p:sp>
      <p:grpSp>
        <p:nvGrpSpPr>
          <p:cNvPr id="10" name="Grupo 6">
            <a:extLst>
              <a:ext uri="{FF2B5EF4-FFF2-40B4-BE49-F238E27FC236}">
                <a16:creationId xmlns:a16="http://schemas.microsoft.com/office/drawing/2014/main" id="{9F3253A5-7BD1-0CF0-947E-BF0445FE768A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77C7CBB9-7180-B724-465E-BB3EBF0F2C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EEDB677-26EF-9A06-7F14-D8335A16F6D7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F3118C9C-FA6B-3A23-6548-BC0B516DDE15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CB29552-D385-4878-C740-8D37BE7FD599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BFAA8F74-19C0-DBB8-05EE-49C3E4B5F837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2549675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741152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5" name="Text Box 1"/>
          <p:cNvSpPr txBox="1">
            <a:spLocks noChangeArrowheads="1"/>
          </p:cNvSpPr>
          <p:nvPr/>
        </p:nvSpPr>
        <p:spPr bwMode="auto">
          <a:xfrm>
            <a:off x="390144" y="2952546"/>
            <a:ext cx="8485632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altLang="pt-BR" sz="3800" b="1" dirty="0">
                <a:solidFill>
                  <a:srgbClr val="660033"/>
                </a:solidFill>
              </a:rPr>
              <a:t>Exemplos de Ligações Covalentes</a:t>
            </a:r>
          </a:p>
        </p:txBody>
      </p:sp>
      <p:grpSp>
        <p:nvGrpSpPr>
          <p:cNvPr id="56" name="Group 41"/>
          <p:cNvGrpSpPr>
            <a:grpSpLocks/>
          </p:cNvGrpSpPr>
          <p:nvPr/>
        </p:nvGrpSpPr>
        <p:grpSpPr bwMode="auto">
          <a:xfrm>
            <a:off x="936625" y="5521008"/>
            <a:ext cx="2817813" cy="836612"/>
            <a:chOff x="590" y="2057"/>
            <a:chExt cx="1775" cy="527"/>
          </a:xfrm>
        </p:grpSpPr>
        <p:sp>
          <p:nvSpPr>
            <p:cNvPr id="57" name="Text Box 42"/>
            <p:cNvSpPr txBox="1">
              <a:spLocks noChangeArrowheads="1"/>
            </p:cNvSpPr>
            <p:nvPr/>
          </p:nvSpPr>
          <p:spPr bwMode="auto">
            <a:xfrm>
              <a:off x="1310" y="2153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O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58" name="AutoShape 43"/>
            <p:cNvSpPr>
              <a:spLocks noChangeArrowheads="1"/>
            </p:cNvSpPr>
            <p:nvPr/>
          </p:nvSpPr>
          <p:spPr bwMode="auto">
            <a:xfrm>
              <a:off x="1502" y="205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9" name="AutoShape 44"/>
            <p:cNvSpPr>
              <a:spLocks noChangeArrowheads="1"/>
            </p:cNvSpPr>
            <p:nvPr/>
          </p:nvSpPr>
          <p:spPr bwMode="auto">
            <a:xfrm>
              <a:off x="1694" y="229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0" name="AutoShape 45"/>
            <p:cNvSpPr>
              <a:spLocks noChangeArrowheads="1"/>
            </p:cNvSpPr>
            <p:nvPr/>
          </p:nvSpPr>
          <p:spPr bwMode="auto">
            <a:xfrm>
              <a:off x="1358" y="205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1" name="AutoShape 46"/>
            <p:cNvSpPr>
              <a:spLocks noChangeArrowheads="1"/>
            </p:cNvSpPr>
            <p:nvPr/>
          </p:nvSpPr>
          <p:spPr bwMode="auto">
            <a:xfrm>
              <a:off x="1502" y="2489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2" name="AutoShape 47"/>
            <p:cNvSpPr>
              <a:spLocks noChangeArrowheads="1"/>
            </p:cNvSpPr>
            <p:nvPr/>
          </p:nvSpPr>
          <p:spPr bwMode="auto">
            <a:xfrm>
              <a:off x="1358" y="2489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3" name="AutoShape 48"/>
            <p:cNvSpPr>
              <a:spLocks noChangeArrowheads="1"/>
            </p:cNvSpPr>
            <p:nvPr/>
          </p:nvSpPr>
          <p:spPr bwMode="auto">
            <a:xfrm>
              <a:off x="1166" y="229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4" name="Text Box 49"/>
            <p:cNvSpPr txBox="1">
              <a:spLocks noChangeArrowheads="1"/>
            </p:cNvSpPr>
            <p:nvPr/>
          </p:nvSpPr>
          <p:spPr bwMode="auto">
            <a:xfrm>
              <a:off x="2030" y="2153"/>
              <a:ext cx="3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65" name="Text Box 50"/>
            <p:cNvSpPr txBox="1">
              <a:spLocks noChangeArrowheads="1"/>
            </p:cNvSpPr>
            <p:nvPr/>
          </p:nvSpPr>
          <p:spPr bwMode="auto">
            <a:xfrm>
              <a:off x="590" y="2153"/>
              <a:ext cx="3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66" name="Oval 51"/>
            <p:cNvSpPr>
              <a:spLocks noChangeArrowheads="1"/>
            </p:cNvSpPr>
            <p:nvPr/>
          </p:nvSpPr>
          <p:spPr bwMode="auto">
            <a:xfrm>
              <a:off x="926" y="2297"/>
              <a:ext cx="95" cy="95"/>
            </a:xfrm>
            <a:prstGeom prst="ellipse">
              <a:avLst/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7" name="Oval 52"/>
            <p:cNvSpPr>
              <a:spLocks noChangeArrowheads="1"/>
            </p:cNvSpPr>
            <p:nvPr/>
          </p:nvSpPr>
          <p:spPr bwMode="auto">
            <a:xfrm>
              <a:off x="1886" y="2297"/>
              <a:ext cx="95" cy="95"/>
            </a:xfrm>
            <a:prstGeom prst="ellipse">
              <a:avLst/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8" name="Rectangle 53"/>
            <p:cNvSpPr>
              <a:spLocks noChangeArrowheads="1"/>
            </p:cNvSpPr>
            <p:nvPr/>
          </p:nvSpPr>
          <p:spPr bwMode="auto">
            <a:xfrm>
              <a:off x="878" y="2249"/>
              <a:ext cx="431" cy="191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9" name="Rectangle 54"/>
            <p:cNvSpPr>
              <a:spLocks noChangeArrowheads="1"/>
            </p:cNvSpPr>
            <p:nvPr/>
          </p:nvSpPr>
          <p:spPr bwMode="auto">
            <a:xfrm>
              <a:off x="1598" y="2249"/>
              <a:ext cx="431" cy="191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70" name="Group 55"/>
          <p:cNvGrpSpPr>
            <a:grpSpLocks/>
          </p:cNvGrpSpPr>
          <p:nvPr/>
        </p:nvGrpSpPr>
        <p:grpSpPr bwMode="auto">
          <a:xfrm>
            <a:off x="3908425" y="5687695"/>
            <a:ext cx="4341813" cy="577850"/>
            <a:chOff x="2462" y="2162"/>
            <a:chExt cx="2735" cy="364"/>
          </a:xfrm>
        </p:grpSpPr>
        <p:sp>
          <p:nvSpPr>
            <p:cNvPr id="71" name="Text Box 56"/>
            <p:cNvSpPr txBox="1">
              <a:spLocks noChangeArrowheads="1"/>
            </p:cNvSpPr>
            <p:nvPr/>
          </p:nvSpPr>
          <p:spPr bwMode="auto">
            <a:xfrm>
              <a:off x="3038" y="2162"/>
              <a:ext cx="2159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660033"/>
                  </a:solidFill>
                </a:rPr>
                <a:t>H</a:t>
              </a:r>
              <a:r>
                <a:rPr lang="pt-BR" altLang="pt-BR" sz="2800" b="1" baseline="-25000">
                  <a:solidFill>
                    <a:srgbClr val="660033"/>
                  </a:solidFill>
                </a:rPr>
                <a:t>2</a:t>
              </a:r>
              <a:r>
                <a:rPr lang="pt-BR" altLang="pt-BR" sz="2800" b="1">
                  <a:solidFill>
                    <a:srgbClr val="660033"/>
                  </a:solidFill>
                </a:rPr>
                <a:t>O   ou   H - O - H </a:t>
              </a:r>
            </a:p>
          </p:txBody>
        </p:sp>
        <p:sp>
          <p:nvSpPr>
            <p:cNvPr id="72" name="AutoShape 57"/>
            <p:cNvSpPr>
              <a:spLocks noChangeArrowheads="1"/>
            </p:cNvSpPr>
            <p:nvPr/>
          </p:nvSpPr>
          <p:spPr bwMode="auto">
            <a:xfrm>
              <a:off x="2462" y="2306"/>
              <a:ext cx="431" cy="95"/>
            </a:xfrm>
            <a:prstGeom prst="rightArrow">
              <a:avLst>
                <a:gd name="adj1" fmla="val 50000"/>
                <a:gd name="adj2" fmla="val 113421"/>
              </a:avLst>
            </a:prstGeom>
            <a:solidFill>
              <a:srgbClr val="660033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73" name="Group 58"/>
          <p:cNvGrpSpPr>
            <a:grpSpLocks/>
          </p:cNvGrpSpPr>
          <p:nvPr/>
        </p:nvGrpSpPr>
        <p:grpSpPr bwMode="auto">
          <a:xfrm>
            <a:off x="967994" y="4173538"/>
            <a:ext cx="1903412" cy="836612"/>
            <a:chOff x="581" y="1315"/>
            <a:chExt cx="1199" cy="527"/>
          </a:xfrm>
        </p:grpSpPr>
        <p:sp>
          <p:nvSpPr>
            <p:cNvPr id="74" name="Text Box 59"/>
            <p:cNvSpPr txBox="1">
              <a:spLocks noChangeArrowheads="1"/>
            </p:cNvSpPr>
            <p:nvPr/>
          </p:nvSpPr>
          <p:spPr bwMode="auto">
            <a:xfrm>
              <a:off x="1301" y="1411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 dirty="0">
                  <a:solidFill>
                    <a:srgbClr val="003300"/>
                  </a:solidFill>
                </a:rPr>
                <a:t>Cl</a:t>
              </a:r>
              <a:r>
                <a:rPr lang="pt-BR" altLang="pt-BR" sz="3200" b="1" dirty="0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75" name="AutoShape 60"/>
            <p:cNvSpPr>
              <a:spLocks noChangeArrowheads="1"/>
            </p:cNvSpPr>
            <p:nvPr/>
          </p:nvSpPr>
          <p:spPr bwMode="auto">
            <a:xfrm>
              <a:off x="1493" y="1315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76" name="AutoShape 61"/>
            <p:cNvSpPr>
              <a:spLocks noChangeArrowheads="1"/>
            </p:cNvSpPr>
            <p:nvPr/>
          </p:nvSpPr>
          <p:spPr bwMode="auto">
            <a:xfrm>
              <a:off x="1685" y="1459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77" name="AutoShape 62"/>
            <p:cNvSpPr>
              <a:spLocks noChangeArrowheads="1"/>
            </p:cNvSpPr>
            <p:nvPr/>
          </p:nvSpPr>
          <p:spPr bwMode="auto">
            <a:xfrm>
              <a:off x="1349" y="1315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78" name="AutoShape 63"/>
            <p:cNvSpPr>
              <a:spLocks noChangeArrowheads="1"/>
            </p:cNvSpPr>
            <p:nvPr/>
          </p:nvSpPr>
          <p:spPr bwMode="auto">
            <a:xfrm>
              <a:off x="1493" y="174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79" name="AutoShape 64"/>
            <p:cNvSpPr>
              <a:spLocks noChangeArrowheads="1"/>
            </p:cNvSpPr>
            <p:nvPr/>
          </p:nvSpPr>
          <p:spPr bwMode="auto">
            <a:xfrm>
              <a:off x="1349" y="174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80" name="AutoShape 65"/>
            <p:cNvSpPr>
              <a:spLocks noChangeArrowheads="1"/>
            </p:cNvSpPr>
            <p:nvPr/>
          </p:nvSpPr>
          <p:spPr bwMode="auto">
            <a:xfrm>
              <a:off x="1157" y="1555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81" name="Text Box 66"/>
            <p:cNvSpPr txBox="1">
              <a:spLocks noChangeArrowheads="1"/>
            </p:cNvSpPr>
            <p:nvPr/>
          </p:nvSpPr>
          <p:spPr bwMode="auto">
            <a:xfrm>
              <a:off x="581" y="1411"/>
              <a:ext cx="3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82" name="Oval 67"/>
            <p:cNvSpPr>
              <a:spLocks noChangeArrowheads="1"/>
            </p:cNvSpPr>
            <p:nvPr/>
          </p:nvSpPr>
          <p:spPr bwMode="auto">
            <a:xfrm>
              <a:off x="917" y="1555"/>
              <a:ext cx="95" cy="95"/>
            </a:xfrm>
            <a:prstGeom prst="ellipse">
              <a:avLst/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83" name="Rectangle 68"/>
            <p:cNvSpPr>
              <a:spLocks noChangeArrowheads="1"/>
            </p:cNvSpPr>
            <p:nvPr/>
          </p:nvSpPr>
          <p:spPr bwMode="auto">
            <a:xfrm>
              <a:off x="869" y="1507"/>
              <a:ext cx="431" cy="191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84" name="AutoShape 69"/>
            <p:cNvSpPr>
              <a:spLocks noChangeArrowheads="1"/>
            </p:cNvSpPr>
            <p:nvPr/>
          </p:nvSpPr>
          <p:spPr bwMode="auto">
            <a:xfrm>
              <a:off x="1685" y="1603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85" name="Group 70"/>
          <p:cNvGrpSpPr>
            <a:grpSpLocks/>
          </p:cNvGrpSpPr>
          <p:nvPr/>
        </p:nvGrpSpPr>
        <p:grpSpPr bwMode="auto">
          <a:xfrm>
            <a:off x="3410648" y="4433570"/>
            <a:ext cx="4341812" cy="519113"/>
            <a:chOff x="2117" y="1372"/>
            <a:chExt cx="2735" cy="327"/>
          </a:xfrm>
        </p:grpSpPr>
        <p:sp>
          <p:nvSpPr>
            <p:cNvPr id="86" name="Text Box 71"/>
            <p:cNvSpPr txBox="1">
              <a:spLocks noChangeArrowheads="1"/>
            </p:cNvSpPr>
            <p:nvPr/>
          </p:nvSpPr>
          <p:spPr bwMode="auto">
            <a:xfrm>
              <a:off x="2693" y="1372"/>
              <a:ext cx="21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660033"/>
                  </a:solidFill>
                </a:rPr>
                <a:t>HCl   ou   H - Cl </a:t>
              </a:r>
            </a:p>
          </p:txBody>
        </p:sp>
        <p:sp>
          <p:nvSpPr>
            <p:cNvPr id="87" name="AutoShape 72"/>
            <p:cNvSpPr>
              <a:spLocks noChangeArrowheads="1"/>
            </p:cNvSpPr>
            <p:nvPr/>
          </p:nvSpPr>
          <p:spPr bwMode="auto">
            <a:xfrm>
              <a:off x="2117" y="1516"/>
              <a:ext cx="431" cy="95"/>
            </a:xfrm>
            <a:prstGeom prst="rightArrow">
              <a:avLst>
                <a:gd name="adj1" fmla="val 50000"/>
                <a:gd name="adj2" fmla="val 113421"/>
              </a:avLst>
            </a:prstGeom>
            <a:solidFill>
              <a:srgbClr val="660033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sp>
        <p:nvSpPr>
          <p:cNvPr id="88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65EEDCDF-83B3-AAD7-B4CA-CC88CD8947BE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B7ECD604-11D6-6DB0-94EC-610810EAE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2194BD76-E3FB-18C5-23BE-E2CDD4165087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B730B1CD-EC3D-2468-DBA6-CFD33EE26A2F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55FF400-5D3C-E408-216A-F32166FC4FD5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FDD907B-0B33-75FF-8822-68CE8095F6AF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2549675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64709" y="3704576"/>
            <a:ext cx="31611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UM ÁTOMO PODE APENAS DOAR OU GANHAR ELÉTRONS? OU PODE COMPARTILHAR TAMBÉM??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3948082" y="4226497"/>
            <a:ext cx="3884613" cy="577850"/>
            <a:chOff x="2460" y="2839"/>
            <a:chExt cx="2447" cy="364"/>
          </a:xfrm>
        </p:grpSpPr>
        <p:sp>
          <p:nvSpPr>
            <p:cNvPr id="17" name="Text Box 3"/>
            <p:cNvSpPr txBox="1">
              <a:spLocks noChangeArrowheads="1"/>
            </p:cNvSpPr>
            <p:nvPr/>
          </p:nvSpPr>
          <p:spPr bwMode="auto">
            <a:xfrm>
              <a:off x="3036" y="2839"/>
              <a:ext cx="1871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660033"/>
                  </a:solidFill>
                </a:rPr>
                <a:t>O</a:t>
              </a:r>
              <a:r>
                <a:rPr lang="pt-BR" altLang="pt-BR" sz="2800" b="1" baseline="-25000">
                  <a:solidFill>
                    <a:srgbClr val="660033"/>
                  </a:solidFill>
                </a:rPr>
                <a:t>2</a:t>
              </a:r>
              <a:r>
                <a:rPr lang="pt-BR" altLang="pt-BR" sz="2800" b="1">
                  <a:solidFill>
                    <a:srgbClr val="660033"/>
                  </a:solidFill>
                </a:rPr>
                <a:t>   ou   O = O </a:t>
              </a:r>
            </a:p>
          </p:txBody>
        </p:sp>
        <p:sp>
          <p:nvSpPr>
            <p:cNvPr id="18" name="AutoShape 4"/>
            <p:cNvSpPr>
              <a:spLocks noChangeArrowheads="1"/>
            </p:cNvSpPr>
            <p:nvPr/>
          </p:nvSpPr>
          <p:spPr bwMode="auto">
            <a:xfrm>
              <a:off x="2460" y="2983"/>
              <a:ext cx="431" cy="95"/>
            </a:xfrm>
            <a:prstGeom prst="rightArrow">
              <a:avLst>
                <a:gd name="adj1" fmla="val 50000"/>
                <a:gd name="adj2" fmla="val 113421"/>
              </a:avLst>
            </a:prstGeom>
            <a:solidFill>
              <a:srgbClr val="660033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19" name="Group 5"/>
          <p:cNvGrpSpPr>
            <a:grpSpLocks/>
          </p:cNvGrpSpPr>
          <p:nvPr/>
        </p:nvGrpSpPr>
        <p:grpSpPr bwMode="auto">
          <a:xfrm>
            <a:off x="1195357" y="4005834"/>
            <a:ext cx="2370138" cy="887413"/>
            <a:chOff x="726" y="2700"/>
            <a:chExt cx="1493" cy="559"/>
          </a:xfrm>
        </p:grpSpPr>
        <p:sp>
          <p:nvSpPr>
            <p:cNvPr id="20" name="Text Box 6"/>
            <p:cNvSpPr txBox="1">
              <a:spLocks noChangeArrowheads="1"/>
            </p:cNvSpPr>
            <p:nvPr/>
          </p:nvSpPr>
          <p:spPr bwMode="auto">
            <a:xfrm>
              <a:off x="1740" y="2829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 dirty="0">
                  <a:solidFill>
                    <a:srgbClr val="003300"/>
                  </a:solidFill>
                </a:rPr>
                <a:t>O</a:t>
              </a:r>
              <a:r>
                <a:rPr lang="pt-BR" altLang="pt-BR" sz="3200" b="1" dirty="0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21" name="AutoShape 7"/>
            <p:cNvSpPr>
              <a:spLocks noChangeArrowheads="1"/>
            </p:cNvSpPr>
            <p:nvPr/>
          </p:nvSpPr>
          <p:spPr bwMode="auto">
            <a:xfrm>
              <a:off x="2123" y="302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2123" y="287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3" name="AutoShape 9"/>
            <p:cNvSpPr>
              <a:spLocks noChangeArrowheads="1"/>
            </p:cNvSpPr>
            <p:nvPr/>
          </p:nvSpPr>
          <p:spPr bwMode="auto">
            <a:xfrm>
              <a:off x="1835" y="275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4" name="AutoShape 10"/>
            <p:cNvSpPr>
              <a:spLocks noChangeArrowheads="1"/>
            </p:cNvSpPr>
            <p:nvPr/>
          </p:nvSpPr>
          <p:spPr bwMode="auto">
            <a:xfrm>
              <a:off x="1979" y="316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5" name="AutoShape 11"/>
            <p:cNvSpPr>
              <a:spLocks noChangeArrowheads="1"/>
            </p:cNvSpPr>
            <p:nvPr/>
          </p:nvSpPr>
          <p:spPr bwMode="auto">
            <a:xfrm>
              <a:off x="1788" y="316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6" name="AutoShape 12"/>
            <p:cNvSpPr>
              <a:spLocks noChangeArrowheads="1"/>
            </p:cNvSpPr>
            <p:nvPr/>
          </p:nvSpPr>
          <p:spPr bwMode="auto">
            <a:xfrm>
              <a:off x="1644" y="297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827" y="2829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O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28" name="AutoShape 14"/>
            <p:cNvSpPr>
              <a:spLocks noChangeArrowheads="1"/>
            </p:cNvSpPr>
            <p:nvPr/>
          </p:nvSpPr>
          <p:spPr bwMode="auto">
            <a:xfrm>
              <a:off x="726" y="3022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9" name="AutoShape 15"/>
            <p:cNvSpPr>
              <a:spLocks noChangeArrowheads="1"/>
            </p:cNvSpPr>
            <p:nvPr/>
          </p:nvSpPr>
          <p:spPr bwMode="auto">
            <a:xfrm>
              <a:off x="1212" y="2983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0" name="AutoShape 16"/>
            <p:cNvSpPr>
              <a:spLocks noChangeArrowheads="1"/>
            </p:cNvSpPr>
            <p:nvPr/>
          </p:nvSpPr>
          <p:spPr bwMode="auto">
            <a:xfrm>
              <a:off x="732" y="293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1" name="AutoShape 17"/>
            <p:cNvSpPr>
              <a:spLocks noChangeArrowheads="1"/>
            </p:cNvSpPr>
            <p:nvPr/>
          </p:nvSpPr>
          <p:spPr bwMode="auto">
            <a:xfrm>
              <a:off x="1002" y="315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2" name="AutoShape 18"/>
            <p:cNvSpPr>
              <a:spLocks noChangeArrowheads="1"/>
            </p:cNvSpPr>
            <p:nvPr/>
          </p:nvSpPr>
          <p:spPr bwMode="auto">
            <a:xfrm>
              <a:off x="861" y="3162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3" name="AutoShape 19"/>
            <p:cNvSpPr>
              <a:spLocks noChangeArrowheads="1"/>
            </p:cNvSpPr>
            <p:nvPr/>
          </p:nvSpPr>
          <p:spPr bwMode="auto">
            <a:xfrm>
              <a:off x="912" y="275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1164" y="2931"/>
              <a:ext cx="623" cy="185"/>
            </a:xfrm>
            <a:prstGeom prst="rect">
              <a:avLst/>
            </a:prstGeom>
            <a:noFill/>
            <a:ln w="9360" cap="sq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831" y="2700"/>
              <a:ext cx="1295" cy="191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36" name="Group 22"/>
          <p:cNvGrpSpPr>
            <a:grpSpLocks/>
          </p:cNvGrpSpPr>
          <p:nvPr/>
        </p:nvGrpSpPr>
        <p:grpSpPr bwMode="auto">
          <a:xfrm>
            <a:off x="3905250" y="5520309"/>
            <a:ext cx="3884613" cy="577850"/>
            <a:chOff x="2460" y="3654"/>
            <a:chExt cx="2447" cy="364"/>
          </a:xfrm>
        </p:grpSpPr>
        <p:sp>
          <p:nvSpPr>
            <p:cNvPr id="37" name="Text Box 23"/>
            <p:cNvSpPr txBox="1">
              <a:spLocks noChangeArrowheads="1"/>
            </p:cNvSpPr>
            <p:nvPr/>
          </p:nvSpPr>
          <p:spPr bwMode="auto">
            <a:xfrm>
              <a:off x="3036" y="3654"/>
              <a:ext cx="1871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660033"/>
                  </a:solidFill>
                </a:rPr>
                <a:t>N</a:t>
              </a:r>
              <a:r>
                <a:rPr lang="pt-BR" altLang="pt-BR" sz="2800" b="1" baseline="-25000">
                  <a:solidFill>
                    <a:srgbClr val="660033"/>
                  </a:solidFill>
                </a:rPr>
                <a:t>2</a:t>
              </a:r>
              <a:r>
                <a:rPr lang="pt-BR" altLang="pt-BR" sz="2800" b="1">
                  <a:solidFill>
                    <a:srgbClr val="660033"/>
                  </a:solidFill>
                </a:rPr>
                <a:t>   ou   N </a:t>
              </a:r>
              <a:r>
                <a:rPr lang="pt-BR" altLang="pt-BR" sz="2800" b="1">
                  <a:solidFill>
                    <a:srgbClr val="660033"/>
                  </a:solidFill>
                  <a:latin typeface="Symbol" pitchFamily="18" charset="2"/>
                </a:rPr>
                <a:t></a:t>
              </a:r>
              <a:r>
                <a:rPr lang="pt-BR" altLang="pt-BR" sz="2800" b="1">
                  <a:solidFill>
                    <a:srgbClr val="660033"/>
                  </a:solidFill>
                </a:rPr>
                <a:t> N </a:t>
              </a:r>
            </a:p>
          </p:txBody>
        </p:sp>
        <p:sp>
          <p:nvSpPr>
            <p:cNvPr id="38" name="AutoShape 24"/>
            <p:cNvSpPr>
              <a:spLocks noChangeArrowheads="1"/>
            </p:cNvSpPr>
            <p:nvPr/>
          </p:nvSpPr>
          <p:spPr bwMode="auto">
            <a:xfrm>
              <a:off x="2460" y="3798"/>
              <a:ext cx="431" cy="95"/>
            </a:xfrm>
            <a:prstGeom prst="rightArrow">
              <a:avLst>
                <a:gd name="adj1" fmla="val 50000"/>
                <a:gd name="adj2" fmla="val 113421"/>
              </a:avLst>
            </a:prstGeom>
            <a:solidFill>
              <a:srgbClr val="660033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39" name="Group 25"/>
          <p:cNvGrpSpPr>
            <a:grpSpLocks/>
          </p:cNvGrpSpPr>
          <p:nvPr/>
        </p:nvGrpSpPr>
        <p:grpSpPr bwMode="auto">
          <a:xfrm>
            <a:off x="1204882" y="5217097"/>
            <a:ext cx="2360613" cy="1125537"/>
            <a:chOff x="732" y="3463"/>
            <a:chExt cx="1487" cy="709"/>
          </a:xfrm>
        </p:grpSpPr>
        <p:sp>
          <p:nvSpPr>
            <p:cNvPr id="40" name="Text Box 26"/>
            <p:cNvSpPr txBox="1">
              <a:spLocks noChangeArrowheads="1"/>
            </p:cNvSpPr>
            <p:nvPr/>
          </p:nvSpPr>
          <p:spPr bwMode="auto">
            <a:xfrm>
              <a:off x="1740" y="3645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N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41" name="AutoShape 27"/>
            <p:cNvSpPr>
              <a:spLocks noChangeArrowheads="1"/>
            </p:cNvSpPr>
            <p:nvPr/>
          </p:nvSpPr>
          <p:spPr bwMode="auto">
            <a:xfrm>
              <a:off x="2123" y="383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2" name="AutoShape 28"/>
            <p:cNvSpPr>
              <a:spLocks noChangeArrowheads="1"/>
            </p:cNvSpPr>
            <p:nvPr/>
          </p:nvSpPr>
          <p:spPr bwMode="auto">
            <a:xfrm>
              <a:off x="2123" y="3693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3" name="AutoShape 29"/>
            <p:cNvSpPr>
              <a:spLocks noChangeArrowheads="1"/>
            </p:cNvSpPr>
            <p:nvPr/>
          </p:nvSpPr>
          <p:spPr bwMode="auto">
            <a:xfrm>
              <a:off x="1835" y="351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4" name="AutoShape 30"/>
            <p:cNvSpPr>
              <a:spLocks noChangeArrowheads="1"/>
            </p:cNvSpPr>
            <p:nvPr/>
          </p:nvSpPr>
          <p:spPr bwMode="auto">
            <a:xfrm>
              <a:off x="1644" y="375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5" name="Text Box 31"/>
            <p:cNvSpPr txBox="1">
              <a:spLocks noChangeArrowheads="1"/>
            </p:cNvSpPr>
            <p:nvPr/>
          </p:nvSpPr>
          <p:spPr bwMode="auto">
            <a:xfrm>
              <a:off x="827" y="3645"/>
              <a:ext cx="4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N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46" name="AutoShape 32"/>
            <p:cNvSpPr>
              <a:spLocks noChangeArrowheads="1"/>
            </p:cNvSpPr>
            <p:nvPr/>
          </p:nvSpPr>
          <p:spPr bwMode="auto">
            <a:xfrm>
              <a:off x="732" y="384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7" name="AutoShape 33"/>
            <p:cNvSpPr>
              <a:spLocks noChangeArrowheads="1"/>
            </p:cNvSpPr>
            <p:nvPr/>
          </p:nvSpPr>
          <p:spPr bwMode="auto">
            <a:xfrm>
              <a:off x="1212" y="375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8" name="AutoShape 34"/>
            <p:cNvSpPr>
              <a:spLocks noChangeArrowheads="1"/>
            </p:cNvSpPr>
            <p:nvPr/>
          </p:nvSpPr>
          <p:spPr bwMode="auto">
            <a:xfrm>
              <a:off x="924" y="3511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9" name="AutoShape 35"/>
            <p:cNvSpPr>
              <a:spLocks noChangeArrowheads="1"/>
            </p:cNvSpPr>
            <p:nvPr/>
          </p:nvSpPr>
          <p:spPr bwMode="auto">
            <a:xfrm>
              <a:off x="732" y="3703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0" name="Rectangle 36"/>
            <p:cNvSpPr>
              <a:spLocks noChangeArrowheads="1"/>
            </p:cNvSpPr>
            <p:nvPr/>
          </p:nvSpPr>
          <p:spPr bwMode="auto">
            <a:xfrm>
              <a:off x="1164" y="3703"/>
              <a:ext cx="623" cy="239"/>
            </a:xfrm>
            <a:prstGeom prst="rect">
              <a:avLst/>
            </a:prstGeom>
            <a:noFill/>
            <a:ln w="9360" cap="sq">
              <a:solidFill>
                <a:srgbClr val="00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1" name="Rectangle 37"/>
            <p:cNvSpPr>
              <a:spLocks noChangeArrowheads="1"/>
            </p:cNvSpPr>
            <p:nvPr/>
          </p:nvSpPr>
          <p:spPr bwMode="auto">
            <a:xfrm>
              <a:off x="827" y="3463"/>
              <a:ext cx="1295" cy="191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2" name="AutoShape 38"/>
            <p:cNvSpPr>
              <a:spLocks noChangeArrowheads="1"/>
            </p:cNvSpPr>
            <p:nvPr/>
          </p:nvSpPr>
          <p:spPr bwMode="auto">
            <a:xfrm>
              <a:off x="1835" y="4029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3" name="AutoShape 39"/>
            <p:cNvSpPr>
              <a:spLocks noChangeArrowheads="1"/>
            </p:cNvSpPr>
            <p:nvPr/>
          </p:nvSpPr>
          <p:spPr bwMode="auto">
            <a:xfrm>
              <a:off x="924" y="4029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4" name="Rectangle 40"/>
            <p:cNvSpPr>
              <a:spLocks noChangeArrowheads="1"/>
            </p:cNvSpPr>
            <p:nvPr/>
          </p:nvSpPr>
          <p:spPr bwMode="auto">
            <a:xfrm>
              <a:off x="827" y="3981"/>
              <a:ext cx="1295" cy="191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sp>
        <p:nvSpPr>
          <p:cNvPr id="55" name="Text Box 1"/>
          <p:cNvSpPr txBox="1">
            <a:spLocks noChangeArrowheads="1"/>
          </p:cNvSpPr>
          <p:nvPr/>
        </p:nvSpPr>
        <p:spPr bwMode="auto">
          <a:xfrm>
            <a:off x="562324" y="2833103"/>
            <a:ext cx="8485632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altLang="pt-BR" sz="3800" b="1" dirty="0">
                <a:solidFill>
                  <a:srgbClr val="660033"/>
                </a:solidFill>
              </a:rPr>
              <a:t>Exemplos de Ligações Covalentes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12E5B6A5-A072-7561-F1DE-F46FA5F78BD0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9107BA1C-4D27-FAB9-CF66-4C8CB19FC9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965FA649-A6CE-A8A4-0211-402D814D4F55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A67BA505-D867-E1BF-61D6-023FCF253E9A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C77FAECA-24A7-8EE4-577E-AB922EF42735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07E98A2D-E484-9457-0C41-6012E7B2BEB5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2549675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sp>
        <p:nvSpPr>
          <p:cNvPr id="15" name="Text Box 1"/>
          <p:cNvSpPr txBox="1">
            <a:spLocks noChangeArrowheads="1"/>
          </p:cNvSpPr>
          <p:nvPr/>
        </p:nvSpPr>
        <p:spPr bwMode="auto">
          <a:xfrm>
            <a:off x="256032" y="2670048"/>
            <a:ext cx="84961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altLang="pt-BR" sz="3000" b="1" dirty="0">
                <a:solidFill>
                  <a:srgbClr val="00B050"/>
                </a:solidFill>
              </a:rPr>
              <a:t>Moléculas do Tipo </a:t>
            </a:r>
            <a:r>
              <a:rPr lang="pt-BR" altLang="pt-BR" sz="3000" b="1" dirty="0" err="1">
                <a:solidFill>
                  <a:srgbClr val="00B050"/>
                </a:solidFill>
              </a:rPr>
              <a:t>H</a:t>
            </a:r>
            <a:r>
              <a:rPr lang="pt-BR" altLang="pt-BR" sz="3000" b="1" baseline="-25000" dirty="0" err="1">
                <a:solidFill>
                  <a:srgbClr val="00B050"/>
                </a:solidFill>
              </a:rPr>
              <a:t>x</a:t>
            </a:r>
            <a:r>
              <a:rPr lang="pt-BR" altLang="pt-BR" sz="3000" b="1" dirty="0" err="1">
                <a:solidFill>
                  <a:srgbClr val="00B050"/>
                </a:solidFill>
              </a:rPr>
              <a:t>EO</a:t>
            </a:r>
            <a:r>
              <a:rPr lang="pt-BR" altLang="pt-BR" sz="3000" b="1" baseline="-25000" dirty="0" err="1">
                <a:solidFill>
                  <a:srgbClr val="00B050"/>
                </a:solidFill>
              </a:rPr>
              <a:t>y</a:t>
            </a:r>
            <a:r>
              <a:rPr lang="pt-BR" altLang="pt-BR" sz="3000" b="1" baseline="-25000" dirty="0">
                <a:solidFill>
                  <a:srgbClr val="00B050"/>
                </a:solidFill>
              </a:rPr>
              <a:t>  </a:t>
            </a:r>
            <a:r>
              <a:rPr lang="pt-BR" altLang="pt-BR" sz="3000" b="1" i="1" dirty="0">
                <a:solidFill>
                  <a:srgbClr val="00B050"/>
                </a:solidFill>
              </a:rPr>
              <a:t>Ácidos Oxigenados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33984" y="3889248"/>
            <a:ext cx="80040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Todos os átomos de oxigênio aparecem ligados ao elemento central e cada átomo de hidrogênio ficará ligado a um átomo de oxigênio. </a:t>
            </a:r>
          </a:p>
          <a:p>
            <a:r>
              <a:rPr lang="pt-BR" sz="2200" dirty="0"/>
              <a:t>Exemplo: H</a:t>
            </a:r>
            <a:r>
              <a:rPr lang="pt-BR" sz="2200" baseline="-25000" dirty="0"/>
              <a:t>2</a:t>
            </a:r>
            <a:r>
              <a:rPr lang="pt-BR" sz="2200" dirty="0"/>
              <a:t>SO</a:t>
            </a:r>
            <a:r>
              <a:rPr lang="pt-BR" sz="2200" baseline="-25000" dirty="0"/>
              <a:t>4</a:t>
            </a:r>
            <a:r>
              <a:rPr lang="pt-BR" sz="2200" dirty="0"/>
              <a:t> – ácido sulfúrico</a:t>
            </a: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9A237523-917F-C54A-3F38-519EE13BFDCB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B7D19CF8-F70F-8216-0E06-267A361BC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D006E43-CC94-6461-02B1-477DB54CF04A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7D6B0A6-DF4A-8E7D-9273-54F9604B782D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77FE9451-F44C-B72E-7E4D-31D9531B04F6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E93E925E-108F-6B66-D967-98A2D152078B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2549675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8" descr="File:Coordinate Covalent Bondin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134" y="4149153"/>
            <a:ext cx="3693731" cy="2349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sp>
        <p:nvSpPr>
          <p:cNvPr id="16" name="Rectangle 3"/>
          <p:cNvSpPr txBox="1">
            <a:spLocks/>
          </p:cNvSpPr>
          <p:nvPr/>
        </p:nvSpPr>
        <p:spPr>
          <a:xfrm>
            <a:off x="256032" y="3021902"/>
            <a:ext cx="8631936" cy="1383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PT" altLang="pt-BR" sz="1800" b="1" dirty="0"/>
              <a:t>       Ligação Dativa</a:t>
            </a:r>
            <a:r>
              <a:rPr lang="pt-PT" altLang="pt-BR" sz="1800" dirty="0"/>
              <a:t> ou </a:t>
            </a:r>
            <a:r>
              <a:rPr lang="pt-PT" altLang="pt-BR" sz="1800" b="1" dirty="0"/>
              <a:t>Coordenada</a:t>
            </a:r>
            <a:r>
              <a:rPr lang="pt-PT" altLang="pt-BR" sz="1800" dirty="0"/>
              <a:t> é descrita como uma </a:t>
            </a:r>
            <a:r>
              <a:rPr lang="pt-PT" altLang="pt-BR" sz="1800" dirty="0">
                <a:hlinkClick r:id="rId3" tooltip="Ligação covalente"/>
              </a:rPr>
              <a:t>ligação covalente</a:t>
            </a:r>
            <a:r>
              <a:rPr lang="pt-PT" altLang="pt-BR" sz="1800" dirty="0"/>
              <a:t> entre dois </a:t>
            </a:r>
            <a:r>
              <a:rPr lang="pt-PT" altLang="pt-BR" sz="1800" dirty="0">
                <a:hlinkClick r:id="rId4" tooltip="Átomo"/>
              </a:rPr>
              <a:t>átomos</a:t>
            </a:r>
            <a:r>
              <a:rPr lang="pt-PT" altLang="pt-BR" sz="1800" dirty="0"/>
              <a:t>, na qual os dois </a:t>
            </a:r>
            <a:r>
              <a:rPr lang="pt-PT" altLang="pt-BR" sz="1800" dirty="0">
                <a:hlinkClick r:id="rId5" tooltip="Elétron"/>
              </a:rPr>
              <a:t>elétrons</a:t>
            </a:r>
            <a:r>
              <a:rPr lang="pt-PT" altLang="pt-BR" sz="1800" dirty="0"/>
              <a:t> compartilhados provêm do mesmo átomo.</a:t>
            </a:r>
          </a:p>
          <a:p>
            <a:pPr>
              <a:buFont typeface="Arial" panose="020B0604020202020204" pitchFamily="34" charset="0"/>
              <a:buNone/>
            </a:pPr>
            <a:r>
              <a:rPr lang="pt-PT" altLang="pt-BR" sz="1800" dirty="0"/>
              <a:t>      Uma vez que a ligação dativa seja formada, sua força e demais características não têm diferença das de outras ligações covalentes </a:t>
            </a:r>
            <a:r>
              <a:rPr lang="pt-PT" altLang="pt-BR" sz="1800" dirty="0">
                <a:hlinkClick r:id="rId6" tooltip="Polaridade molecular"/>
              </a:rPr>
              <a:t>polares</a:t>
            </a:r>
            <a:r>
              <a:rPr lang="pt-PT" altLang="pt-BR" sz="1800" dirty="0"/>
              <a:t>.</a:t>
            </a:r>
            <a:endParaRPr lang="pt-BR" altLang="pt-BR" sz="1800" dirty="0"/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18CF5EDB-7A8C-076C-EAD0-52FE8D3F4B0B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3403D503-CD98-47FC-8661-7A22F063A2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42610359-226E-BDB7-8CB9-CFC5EC75A123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4C0410C-76BC-B6DB-1912-C626CC205F59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7BBD52C-346D-1B58-7998-AAE736B491C2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C1A5685-5395-A458-5E70-2AEE0E0A3929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1318246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1203955" y="2181665"/>
            <a:ext cx="6133935" cy="724942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LIGAÇÕES COVALENTE</a:t>
            </a:r>
          </a:p>
        </p:txBody>
      </p:sp>
      <p:grpSp>
        <p:nvGrpSpPr>
          <p:cNvPr id="16" name="Group 3"/>
          <p:cNvGrpSpPr>
            <a:grpSpLocks/>
          </p:cNvGrpSpPr>
          <p:nvPr/>
        </p:nvGrpSpPr>
        <p:grpSpPr bwMode="auto">
          <a:xfrm>
            <a:off x="3352800" y="4017899"/>
            <a:ext cx="836613" cy="1235075"/>
            <a:chOff x="2112" y="2938"/>
            <a:chExt cx="527" cy="778"/>
          </a:xfrm>
        </p:grpSpPr>
        <p:sp>
          <p:nvSpPr>
            <p:cNvPr id="17" name="Text Box 4"/>
            <p:cNvSpPr txBox="1">
              <a:spLocks noChangeArrowheads="1"/>
            </p:cNvSpPr>
            <p:nvPr/>
          </p:nvSpPr>
          <p:spPr bwMode="auto">
            <a:xfrm>
              <a:off x="2208" y="3044"/>
              <a:ext cx="287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O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18" name="AutoShape 5"/>
            <p:cNvSpPr>
              <a:spLocks noChangeArrowheads="1"/>
            </p:cNvSpPr>
            <p:nvPr/>
          </p:nvSpPr>
          <p:spPr bwMode="auto">
            <a:xfrm>
              <a:off x="2544" y="317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19" name="AutoShape 6"/>
            <p:cNvSpPr>
              <a:spLocks noChangeArrowheads="1"/>
            </p:cNvSpPr>
            <p:nvPr/>
          </p:nvSpPr>
          <p:spPr bwMode="auto">
            <a:xfrm>
              <a:off x="2256" y="293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0" name="AutoShape 7"/>
            <p:cNvSpPr>
              <a:spLocks noChangeArrowheads="1"/>
            </p:cNvSpPr>
            <p:nvPr/>
          </p:nvSpPr>
          <p:spPr bwMode="auto">
            <a:xfrm>
              <a:off x="2400" y="293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1" name="AutoShape 8"/>
            <p:cNvSpPr>
              <a:spLocks noChangeArrowheads="1"/>
            </p:cNvSpPr>
            <p:nvPr/>
          </p:nvSpPr>
          <p:spPr bwMode="auto">
            <a:xfrm>
              <a:off x="2112" y="317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2" name="AutoShape 9"/>
            <p:cNvSpPr>
              <a:spLocks noChangeArrowheads="1"/>
            </p:cNvSpPr>
            <p:nvPr/>
          </p:nvSpPr>
          <p:spPr bwMode="auto">
            <a:xfrm>
              <a:off x="2256" y="337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3" name="AutoShape 10"/>
            <p:cNvSpPr>
              <a:spLocks noChangeArrowheads="1"/>
            </p:cNvSpPr>
            <p:nvPr/>
          </p:nvSpPr>
          <p:spPr bwMode="auto">
            <a:xfrm>
              <a:off x="2400" y="337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24" name="Group 11"/>
          <p:cNvGrpSpPr>
            <a:grpSpLocks/>
          </p:cNvGrpSpPr>
          <p:nvPr/>
        </p:nvGrpSpPr>
        <p:grpSpPr bwMode="auto">
          <a:xfrm>
            <a:off x="1371600" y="4017899"/>
            <a:ext cx="836613" cy="1235075"/>
            <a:chOff x="864" y="2938"/>
            <a:chExt cx="527" cy="778"/>
          </a:xfrm>
        </p:grpSpPr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960" y="3044"/>
              <a:ext cx="287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O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26" name="AutoShape 13"/>
            <p:cNvSpPr>
              <a:spLocks noChangeArrowheads="1"/>
            </p:cNvSpPr>
            <p:nvPr/>
          </p:nvSpPr>
          <p:spPr bwMode="auto">
            <a:xfrm>
              <a:off x="1296" y="317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7" name="AutoShape 14"/>
            <p:cNvSpPr>
              <a:spLocks noChangeArrowheads="1"/>
            </p:cNvSpPr>
            <p:nvPr/>
          </p:nvSpPr>
          <p:spPr bwMode="auto">
            <a:xfrm>
              <a:off x="1152" y="293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8" name="AutoShape 15"/>
            <p:cNvSpPr>
              <a:spLocks noChangeArrowheads="1"/>
            </p:cNvSpPr>
            <p:nvPr/>
          </p:nvSpPr>
          <p:spPr bwMode="auto">
            <a:xfrm>
              <a:off x="1008" y="293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29" name="AutoShape 16"/>
            <p:cNvSpPr>
              <a:spLocks noChangeArrowheads="1"/>
            </p:cNvSpPr>
            <p:nvPr/>
          </p:nvSpPr>
          <p:spPr bwMode="auto">
            <a:xfrm>
              <a:off x="1008" y="337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0" name="AutoShape 17"/>
            <p:cNvSpPr>
              <a:spLocks noChangeArrowheads="1"/>
            </p:cNvSpPr>
            <p:nvPr/>
          </p:nvSpPr>
          <p:spPr bwMode="auto">
            <a:xfrm>
              <a:off x="1152" y="337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1" name="AutoShape 18"/>
            <p:cNvSpPr>
              <a:spLocks noChangeArrowheads="1"/>
            </p:cNvSpPr>
            <p:nvPr/>
          </p:nvSpPr>
          <p:spPr bwMode="auto">
            <a:xfrm>
              <a:off x="864" y="317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32" name="Group 19"/>
          <p:cNvGrpSpPr>
            <a:grpSpLocks/>
          </p:cNvGrpSpPr>
          <p:nvPr/>
        </p:nvGrpSpPr>
        <p:grpSpPr bwMode="auto">
          <a:xfrm>
            <a:off x="2438400" y="4094099"/>
            <a:ext cx="684213" cy="836613"/>
            <a:chOff x="1536" y="2986"/>
            <a:chExt cx="431" cy="527"/>
          </a:xfrm>
        </p:grpSpPr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1632" y="3053"/>
              <a:ext cx="23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S</a:t>
              </a:r>
            </a:p>
          </p:txBody>
        </p:sp>
        <p:sp>
          <p:nvSpPr>
            <p:cNvPr id="34" name="Oval 21"/>
            <p:cNvSpPr>
              <a:spLocks noChangeArrowheads="1"/>
            </p:cNvSpPr>
            <p:nvPr/>
          </p:nvSpPr>
          <p:spPr bwMode="auto">
            <a:xfrm>
              <a:off x="1680" y="2986"/>
              <a:ext cx="47" cy="47"/>
            </a:xfrm>
            <a:prstGeom prst="ellipse">
              <a:avLst/>
            </a:prstGeom>
            <a:solidFill>
              <a:srgbClr val="FF0000"/>
            </a:solidFill>
            <a:ln w="936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1776" y="2986"/>
              <a:ext cx="47" cy="47"/>
            </a:xfrm>
            <a:prstGeom prst="ellipse">
              <a:avLst/>
            </a:prstGeom>
            <a:solidFill>
              <a:srgbClr val="FF0000"/>
            </a:solidFill>
            <a:ln w="936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6" name="Oval 23"/>
            <p:cNvSpPr>
              <a:spLocks noChangeArrowheads="1"/>
            </p:cNvSpPr>
            <p:nvPr/>
          </p:nvSpPr>
          <p:spPr bwMode="auto">
            <a:xfrm>
              <a:off x="1680" y="3466"/>
              <a:ext cx="47" cy="47"/>
            </a:xfrm>
            <a:prstGeom prst="ellipse">
              <a:avLst/>
            </a:prstGeom>
            <a:solidFill>
              <a:srgbClr val="FF0000"/>
            </a:solidFill>
            <a:ln w="936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7" name="Oval 24"/>
            <p:cNvSpPr>
              <a:spLocks noChangeArrowheads="1"/>
            </p:cNvSpPr>
            <p:nvPr/>
          </p:nvSpPr>
          <p:spPr bwMode="auto">
            <a:xfrm>
              <a:off x="1776" y="3466"/>
              <a:ext cx="47" cy="47"/>
            </a:xfrm>
            <a:prstGeom prst="ellipse">
              <a:avLst/>
            </a:prstGeom>
            <a:solidFill>
              <a:srgbClr val="FF0000"/>
            </a:solidFill>
            <a:ln w="936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8" name="Oval 25"/>
            <p:cNvSpPr>
              <a:spLocks noChangeArrowheads="1"/>
            </p:cNvSpPr>
            <p:nvPr/>
          </p:nvSpPr>
          <p:spPr bwMode="auto">
            <a:xfrm>
              <a:off x="1920" y="3226"/>
              <a:ext cx="47" cy="47"/>
            </a:xfrm>
            <a:prstGeom prst="ellipse">
              <a:avLst/>
            </a:prstGeom>
            <a:solidFill>
              <a:srgbClr val="FF0000"/>
            </a:solidFill>
            <a:ln w="936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auto">
            <a:xfrm>
              <a:off x="1536" y="3226"/>
              <a:ext cx="47" cy="47"/>
            </a:xfrm>
            <a:prstGeom prst="ellipse">
              <a:avLst/>
            </a:prstGeom>
            <a:solidFill>
              <a:srgbClr val="FF0000"/>
            </a:solidFill>
            <a:ln w="9360" cap="sq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</p:grpSp>
      <p:grpSp>
        <p:nvGrpSpPr>
          <p:cNvPr id="40" name="Group 27"/>
          <p:cNvGrpSpPr>
            <a:grpSpLocks/>
          </p:cNvGrpSpPr>
          <p:nvPr/>
        </p:nvGrpSpPr>
        <p:grpSpPr bwMode="auto">
          <a:xfrm>
            <a:off x="2362200" y="4764024"/>
            <a:ext cx="836613" cy="1463675"/>
            <a:chOff x="1488" y="3408"/>
            <a:chExt cx="527" cy="922"/>
          </a:xfrm>
        </p:grpSpPr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1584" y="3658"/>
              <a:ext cx="287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O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42" name="AutoShape 29"/>
            <p:cNvSpPr>
              <a:spLocks noChangeArrowheads="1"/>
            </p:cNvSpPr>
            <p:nvPr/>
          </p:nvSpPr>
          <p:spPr bwMode="auto">
            <a:xfrm>
              <a:off x="1920" y="384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3" name="AutoShape 30"/>
            <p:cNvSpPr>
              <a:spLocks noChangeArrowheads="1"/>
            </p:cNvSpPr>
            <p:nvPr/>
          </p:nvSpPr>
          <p:spPr bwMode="auto">
            <a:xfrm>
              <a:off x="1488" y="369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4" name="AutoShape 31"/>
            <p:cNvSpPr>
              <a:spLocks noChangeArrowheads="1"/>
            </p:cNvSpPr>
            <p:nvPr/>
          </p:nvSpPr>
          <p:spPr bwMode="auto">
            <a:xfrm>
              <a:off x="1920" y="3696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5" name="AutoShape 32"/>
            <p:cNvSpPr>
              <a:spLocks noChangeArrowheads="1"/>
            </p:cNvSpPr>
            <p:nvPr/>
          </p:nvSpPr>
          <p:spPr bwMode="auto">
            <a:xfrm>
              <a:off x="1488" y="384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6" name="AutoShape 33"/>
            <p:cNvSpPr>
              <a:spLocks noChangeArrowheads="1"/>
            </p:cNvSpPr>
            <p:nvPr/>
          </p:nvSpPr>
          <p:spPr bwMode="auto">
            <a:xfrm>
              <a:off x="1632" y="398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7" name="AutoShape 34"/>
            <p:cNvSpPr>
              <a:spLocks noChangeArrowheads="1"/>
            </p:cNvSpPr>
            <p:nvPr/>
          </p:nvSpPr>
          <p:spPr bwMode="auto">
            <a:xfrm>
              <a:off x="1776" y="398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8" name="Rectangle 35"/>
            <p:cNvSpPr>
              <a:spLocks noChangeArrowheads="1"/>
            </p:cNvSpPr>
            <p:nvPr/>
          </p:nvSpPr>
          <p:spPr bwMode="auto">
            <a:xfrm>
              <a:off x="1584" y="3408"/>
              <a:ext cx="335" cy="143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49" name="Line 36"/>
            <p:cNvSpPr>
              <a:spLocks noChangeShapeType="1"/>
            </p:cNvSpPr>
            <p:nvPr/>
          </p:nvSpPr>
          <p:spPr bwMode="auto">
            <a:xfrm>
              <a:off x="1728" y="3552"/>
              <a:ext cx="0" cy="14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0" name="Group 37"/>
          <p:cNvGrpSpPr>
            <a:grpSpLocks/>
          </p:cNvGrpSpPr>
          <p:nvPr/>
        </p:nvGrpSpPr>
        <p:grpSpPr bwMode="auto">
          <a:xfrm>
            <a:off x="2438400" y="3163824"/>
            <a:ext cx="836613" cy="1235075"/>
            <a:chOff x="1536" y="2400"/>
            <a:chExt cx="527" cy="778"/>
          </a:xfrm>
        </p:grpSpPr>
        <p:sp>
          <p:nvSpPr>
            <p:cNvPr id="51" name="Text Box 38"/>
            <p:cNvSpPr txBox="1">
              <a:spLocks noChangeArrowheads="1"/>
            </p:cNvSpPr>
            <p:nvPr/>
          </p:nvSpPr>
          <p:spPr bwMode="auto">
            <a:xfrm>
              <a:off x="1632" y="2506"/>
              <a:ext cx="287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3300"/>
                  </a:solidFill>
                </a:rPr>
                <a:t>O</a:t>
              </a:r>
              <a:r>
                <a:rPr lang="pt-BR" altLang="pt-BR" sz="3200" b="1">
                  <a:solidFill>
                    <a:srgbClr val="008000"/>
                  </a:solidFill>
                </a:rPr>
                <a:t> </a:t>
              </a:r>
            </a:p>
          </p:txBody>
        </p:sp>
        <p:sp>
          <p:nvSpPr>
            <p:cNvPr id="52" name="AutoShape 39"/>
            <p:cNvSpPr>
              <a:spLocks noChangeArrowheads="1"/>
            </p:cNvSpPr>
            <p:nvPr/>
          </p:nvSpPr>
          <p:spPr bwMode="auto">
            <a:xfrm>
              <a:off x="1968" y="254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3" name="AutoShape 40"/>
            <p:cNvSpPr>
              <a:spLocks noChangeArrowheads="1"/>
            </p:cNvSpPr>
            <p:nvPr/>
          </p:nvSpPr>
          <p:spPr bwMode="auto">
            <a:xfrm>
              <a:off x="1680" y="240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4" name="AutoShape 41"/>
            <p:cNvSpPr>
              <a:spLocks noChangeArrowheads="1"/>
            </p:cNvSpPr>
            <p:nvPr/>
          </p:nvSpPr>
          <p:spPr bwMode="auto">
            <a:xfrm>
              <a:off x="1824" y="2400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5" name="AutoShape 42"/>
            <p:cNvSpPr>
              <a:spLocks noChangeArrowheads="1"/>
            </p:cNvSpPr>
            <p:nvPr/>
          </p:nvSpPr>
          <p:spPr bwMode="auto">
            <a:xfrm>
              <a:off x="1536" y="2544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6" name="AutoShape 43"/>
            <p:cNvSpPr>
              <a:spLocks noChangeArrowheads="1"/>
            </p:cNvSpPr>
            <p:nvPr/>
          </p:nvSpPr>
          <p:spPr bwMode="auto">
            <a:xfrm>
              <a:off x="1536" y="268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7" name="AutoShape 44"/>
            <p:cNvSpPr>
              <a:spLocks noChangeArrowheads="1"/>
            </p:cNvSpPr>
            <p:nvPr/>
          </p:nvSpPr>
          <p:spPr bwMode="auto">
            <a:xfrm>
              <a:off x="1968" y="268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3300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1584" y="2928"/>
              <a:ext cx="335" cy="143"/>
            </a:xfrm>
            <a:prstGeom prst="rect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59" name="Line 46"/>
            <p:cNvSpPr>
              <a:spLocks noChangeShapeType="1"/>
            </p:cNvSpPr>
            <p:nvPr/>
          </p:nvSpPr>
          <p:spPr bwMode="auto">
            <a:xfrm flipV="1">
              <a:off x="1776" y="2783"/>
              <a:ext cx="0" cy="145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0" name="Group 47"/>
          <p:cNvGrpSpPr>
            <a:grpSpLocks/>
          </p:cNvGrpSpPr>
          <p:nvPr/>
        </p:nvGrpSpPr>
        <p:grpSpPr bwMode="auto">
          <a:xfrm>
            <a:off x="4343400" y="4184587"/>
            <a:ext cx="836613" cy="579437"/>
            <a:chOff x="2736" y="3043"/>
            <a:chExt cx="527" cy="365"/>
          </a:xfrm>
        </p:grpSpPr>
        <p:sp>
          <p:nvSpPr>
            <p:cNvPr id="61" name="AutoShape 48"/>
            <p:cNvSpPr>
              <a:spLocks noChangeArrowheads="1"/>
            </p:cNvSpPr>
            <p:nvPr/>
          </p:nvSpPr>
          <p:spPr bwMode="auto">
            <a:xfrm>
              <a:off x="2736" y="3187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2" name="Text Box 49"/>
            <p:cNvSpPr txBox="1">
              <a:spLocks noChangeArrowheads="1"/>
            </p:cNvSpPr>
            <p:nvPr/>
          </p:nvSpPr>
          <p:spPr bwMode="auto">
            <a:xfrm>
              <a:off x="2880" y="3043"/>
              <a:ext cx="38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>
                  <a:solidFill>
                    <a:srgbClr val="000000"/>
                  </a:solidFill>
                </a:rPr>
                <a:t>H</a:t>
              </a:r>
            </a:p>
          </p:txBody>
        </p:sp>
      </p:grpSp>
      <p:grpSp>
        <p:nvGrpSpPr>
          <p:cNvPr id="63" name="Group 50"/>
          <p:cNvGrpSpPr>
            <a:grpSpLocks/>
          </p:cNvGrpSpPr>
          <p:nvPr/>
        </p:nvGrpSpPr>
        <p:grpSpPr bwMode="auto">
          <a:xfrm>
            <a:off x="533400" y="4154424"/>
            <a:ext cx="684213" cy="579438"/>
            <a:chOff x="336" y="3024"/>
            <a:chExt cx="431" cy="365"/>
          </a:xfrm>
        </p:grpSpPr>
        <p:sp>
          <p:nvSpPr>
            <p:cNvPr id="64" name="AutoShape 51"/>
            <p:cNvSpPr>
              <a:spLocks noChangeArrowheads="1"/>
            </p:cNvSpPr>
            <p:nvPr/>
          </p:nvSpPr>
          <p:spPr bwMode="auto">
            <a:xfrm>
              <a:off x="672" y="3168"/>
              <a:ext cx="95" cy="95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360" cap="sq">
              <a:solidFill>
                <a:srgbClr val="00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5" name="Text Box 52"/>
            <p:cNvSpPr txBox="1">
              <a:spLocks noChangeArrowheads="1"/>
            </p:cNvSpPr>
            <p:nvPr/>
          </p:nvSpPr>
          <p:spPr bwMode="auto">
            <a:xfrm>
              <a:off x="336" y="3024"/>
              <a:ext cx="33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2000"/>
                </a:spcBef>
              </a:pPr>
              <a:r>
                <a:rPr lang="pt-BR" altLang="pt-BR" sz="3200" b="1" dirty="0">
                  <a:solidFill>
                    <a:srgbClr val="000000"/>
                  </a:solidFill>
                </a:rPr>
                <a:t>H</a:t>
              </a:r>
            </a:p>
          </p:txBody>
        </p:sp>
      </p:grpSp>
      <p:grpSp>
        <p:nvGrpSpPr>
          <p:cNvPr id="66" name="Group 53"/>
          <p:cNvGrpSpPr>
            <a:grpSpLocks/>
          </p:cNvGrpSpPr>
          <p:nvPr/>
        </p:nvGrpSpPr>
        <p:grpSpPr bwMode="auto">
          <a:xfrm>
            <a:off x="5257800" y="3559112"/>
            <a:ext cx="3579813" cy="1890712"/>
            <a:chOff x="3312" y="2649"/>
            <a:chExt cx="2255" cy="1191"/>
          </a:xfrm>
        </p:grpSpPr>
        <p:sp>
          <p:nvSpPr>
            <p:cNvPr id="67" name="AutoShape 54"/>
            <p:cNvSpPr>
              <a:spLocks noChangeArrowheads="1"/>
            </p:cNvSpPr>
            <p:nvPr/>
          </p:nvSpPr>
          <p:spPr bwMode="auto">
            <a:xfrm>
              <a:off x="3312" y="3216"/>
              <a:ext cx="335" cy="95"/>
            </a:xfrm>
            <a:prstGeom prst="rightArrow">
              <a:avLst>
                <a:gd name="adj1" fmla="val 50000"/>
                <a:gd name="adj2" fmla="val 88158"/>
              </a:avLst>
            </a:prstGeom>
            <a:solidFill>
              <a:srgbClr val="660033"/>
            </a:solidFill>
            <a:ln w="9360" cap="sq">
              <a:solidFill>
                <a:srgbClr val="6600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endParaRPr lang="pt-BR" altLang="pt-BR">
                <a:latin typeface="Calibri" pitchFamily="34" charset="0"/>
              </a:endParaRPr>
            </a:p>
          </p:txBody>
        </p:sp>
        <p:sp>
          <p:nvSpPr>
            <p:cNvPr id="68" name="Text Box 55"/>
            <p:cNvSpPr txBox="1">
              <a:spLocks noChangeArrowheads="1"/>
            </p:cNvSpPr>
            <p:nvPr/>
          </p:nvSpPr>
          <p:spPr bwMode="auto">
            <a:xfrm>
              <a:off x="3744" y="3081"/>
              <a:ext cx="18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000000"/>
                  </a:solidFill>
                </a:rPr>
                <a:t>H - O - S - O - H</a:t>
              </a:r>
            </a:p>
          </p:txBody>
        </p:sp>
        <p:sp>
          <p:nvSpPr>
            <p:cNvPr id="69" name="Text Box 56"/>
            <p:cNvSpPr txBox="1">
              <a:spLocks noChangeArrowheads="1"/>
            </p:cNvSpPr>
            <p:nvPr/>
          </p:nvSpPr>
          <p:spPr bwMode="auto">
            <a:xfrm>
              <a:off x="4464" y="3513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70" name="Text Box 57"/>
            <p:cNvSpPr txBox="1">
              <a:spLocks noChangeArrowheads="1"/>
            </p:cNvSpPr>
            <p:nvPr/>
          </p:nvSpPr>
          <p:spPr bwMode="auto">
            <a:xfrm>
              <a:off x="4464" y="2649"/>
              <a:ext cx="2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ts val="1750"/>
                </a:spcBef>
              </a:pPr>
              <a:r>
                <a:rPr lang="pt-BR" altLang="pt-BR" sz="2800" b="1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71" name="Line 58"/>
            <p:cNvSpPr>
              <a:spLocks noChangeShapeType="1"/>
            </p:cNvSpPr>
            <p:nvPr/>
          </p:nvSpPr>
          <p:spPr bwMode="auto">
            <a:xfrm flipV="1">
              <a:off x="4608" y="2927"/>
              <a:ext cx="0" cy="193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Line 59"/>
            <p:cNvSpPr>
              <a:spLocks noChangeShapeType="1"/>
            </p:cNvSpPr>
            <p:nvPr/>
          </p:nvSpPr>
          <p:spPr bwMode="auto">
            <a:xfrm>
              <a:off x="4608" y="3360"/>
              <a:ext cx="0" cy="191"/>
            </a:xfrm>
            <a:prstGeom prst="line">
              <a:avLst/>
            </a:prstGeom>
            <a:noFill/>
            <a:ln w="9360" cap="sq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3" name="Rectangle 60"/>
          <p:cNvSpPr>
            <a:spLocks noChangeArrowheads="1"/>
          </p:cNvSpPr>
          <p:nvPr/>
        </p:nvSpPr>
        <p:spPr bwMode="auto">
          <a:xfrm>
            <a:off x="3021013" y="4387787"/>
            <a:ext cx="542925" cy="195262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4" name="Rectangle 61"/>
          <p:cNvSpPr>
            <a:spLocks noChangeArrowheads="1"/>
          </p:cNvSpPr>
          <p:nvPr/>
        </p:nvSpPr>
        <p:spPr bwMode="auto">
          <a:xfrm>
            <a:off x="1979613" y="4367149"/>
            <a:ext cx="563562" cy="215900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5" name="Rectangle 60"/>
          <p:cNvSpPr>
            <a:spLocks noChangeArrowheads="1"/>
          </p:cNvSpPr>
          <p:nvPr/>
        </p:nvSpPr>
        <p:spPr bwMode="auto">
          <a:xfrm>
            <a:off x="4005263" y="4402074"/>
            <a:ext cx="542925" cy="19526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76" name="Rectangle 60"/>
          <p:cNvSpPr>
            <a:spLocks noChangeArrowheads="1"/>
          </p:cNvSpPr>
          <p:nvPr/>
        </p:nvSpPr>
        <p:spPr bwMode="auto">
          <a:xfrm>
            <a:off x="1023938" y="4383024"/>
            <a:ext cx="542925" cy="19526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pt-BR" altLang="pt-BR">
              <a:latin typeface="Calibri" pitchFamily="34" charset="0"/>
            </a:endParaRPr>
          </a:p>
        </p:txBody>
      </p:sp>
      <p:sp>
        <p:nvSpPr>
          <p:cNvPr id="8" name="Seta em curva para a direita 7"/>
          <p:cNvSpPr/>
          <p:nvPr/>
        </p:nvSpPr>
        <p:spPr>
          <a:xfrm rot="19929099">
            <a:off x="3467099" y="4601320"/>
            <a:ext cx="379413" cy="14615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189413" y="5600637"/>
            <a:ext cx="4448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/>
              <a:t>LIGAÇÃO COVALENTE SIMPLES</a:t>
            </a:r>
          </a:p>
        </p:txBody>
      </p:sp>
      <p:sp>
        <p:nvSpPr>
          <p:cNvPr id="12" name="Seta para a direita 11"/>
          <p:cNvSpPr/>
          <p:nvPr/>
        </p:nvSpPr>
        <p:spPr>
          <a:xfrm rot="20500702">
            <a:off x="3185159" y="3638684"/>
            <a:ext cx="1249680" cy="304007"/>
          </a:xfrm>
          <a:prstGeom prst="rightArrow">
            <a:avLst>
              <a:gd name="adj1" fmla="val 3421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CaixaDeTexto 76"/>
          <p:cNvSpPr txBox="1"/>
          <p:nvPr/>
        </p:nvSpPr>
        <p:spPr>
          <a:xfrm>
            <a:off x="4572000" y="3163824"/>
            <a:ext cx="44744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/>
              <a:t>LIGAÇÃO COVALENTE COORDENADA</a:t>
            </a:r>
          </a:p>
        </p:txBody>
      </p:sp>
      <p:grpSp>
        <p:nvGrpSpPr>
          <p:cNvPr id="2" name="Grupo 6">
            <a:extLst>
              <a:ext uri="{FF2B5EF4-FFF2-40B4-BE49-F238E27FC236}">
                <a16:creationId xmlns:a16="http://schemas.microsoft.com/office/drawing/2014/main" id="{5D409958-08EC-D029-FE1D-531E5B833FCE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475D28CF-DA6E-61BF-A6FE-18DE86694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3E766-E582-1F2D-DE51-FB8982F4E9A0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CCF1D2BE-25E2-B9C9-21AB-424B48FF692F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7F161572-B9C7-9D28-4EA1-0FA25FAA0A84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91CE3BB6-ADC4-84CF-D00B-3774C9A242BF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56446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16" name="Rectangle 2"/>
          <p:cNvSpPr>
            <a:spLocks noGrp="1"/>
          </p:cNvSpPr>
          <p:nvPr>
            <p:ph type="title"/>
          </p:nvPr>
        </p:nvSpPr>
        <p:spPr>
          <a:xfrm>
            <a:off x="454787" y="1987296"/>
            <a:ext cx="8197850" cy="792163"/>
          </a:xfrm>
        </p:spPr>
        <p:txBody>
          <a:bodyPr/>
          <a:lstStyle/>
          <a:p>
            <a:r>
              <a:rPr lang="pt-BR" altLang="pt-BR" sz="3600" dirty="0">
                <a:latin typeface="Lucida Calligraphy" pitchFamily="66" charset="0"/>
              </a:rPr>
              <a:t>Tipos de Liga</a:t>
            </a:r>
            <a:r>
              <a:rPr lang="pt-BR" altLang="pt-BR" sz="3600" dirty="0"/>
              <a:t>ç</a:t>
            </a:r>
            <a:r>
              <a:rPr lang="pt-BR" altLang="pt-BR" sz="3600" dirty="0">
                <a:latin typeface="Lucida Calligraphy" pitchFamily="66" charset="0"/>
              </a:rPr>
              <a:t>ões Qu</a:t>
            </a:r>
            <a:r>
              <a:rPr lang="pt-BR" altLang="pt-BR" sz="3600" dirty="0"/>
              <a:t>í</a:t>
            </a:r>
            <a:r>
              <a:rPr lang="pt-BR" altLang="pt-BR" sz="3600" dirty="0">
                <a:latin typeface="Lucida Calligraphy" pitchFamily="66" charset="0"/>
              </a:rPr>
              <a:t>micas</a:t>
            </a:r>
          </a:p>
        </p:txBody>
      </p:sp>
      <p:graphicFrame>
        <p:nvGraphicFramePr>
          <p:cNvPr id="17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594224"/>
              </p:ext>
            </p:extLst>
          </p:nvPr>
        </p:nvGraphicFramePr>
        <p:xfrm>
          <a:off x="1268999" y="2676144"/>
          <a:ext cx="6863065" cy="3825712"/>
        </p:xfrm>
        <a:graphic>
          <a:graphicData uri="http://schemas.openxmlformats.org/drawingml/2006/table">
            <a:tbl>
              <a:tblPr/>
              <a:tblGrid>
                <a:gridCol w="162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6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3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Caracter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Times New Roman" pitchFamily="18" charset="0"/>
                        </a:rPr>
                        <a:t>í</a:t>
                      </a:r>
                      <a:r>
                        <a:rPr kumimoji="0" lang="pt-B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sticas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Elementos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5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Iônica</a:t>
                      </a:r>
                      <a:endParaRPr kumimoji="0" lang="pt-BR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Transferência de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</a:t>
                      </a: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Times New Roman" pitchFamily="18" charset="0"/>
                        </a:rPr>
                        <a:t>é</a:t>
                      </a: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trons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Metal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Semimetal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Ametal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57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Covalente</a:t>
                      </a:r>
                      <a:endParaRPr kumimoji="0" lang="pt-BR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Compartilhamento de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pares de el</a:t>
                      </a: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Times New Roman" pitchFamily="18" charset="0"/>
                        </a:rPr>
                        <a:t>é</a:t>
                      </a:r>
                      <a:r>
                        <a:rPr kumimoji="0" 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trons</a:t>
                      </a:r>
                      <a:endParaRPr kumimoji="0" 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Ametal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Semimetal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Ametal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05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Met</a:t>
                      </a:r>
                      <a:r>
                        <a:rPr kumimoji="0" lang="pt-BR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Times New Roman" pitchFamily="18" charset="0"/>
                        </a:rPr>
                        <a:t>á</a:t>
                      </a:r>
                      <a:r>
                        <a:rPr kumimoji="0" lang="pt-BR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lica</a:t>
                      </a:r>
                      <a:endParaRPr kumimoji="0" lang="pt-BR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Times New Roman" pitchFamily="18" charset="0"/>
                        </a:rPr>
                        <a:t>á</a:t>
                      </a: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tions de elementos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</a:t>
                      </a: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cs typeface="Times New Roman" pitchFamily="18" charset="0"/>
                        </a:rPr>
                        <a:t>á</a:t>
                      </a: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licos envoltos em uma nuvem eletrônica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Metal</a:t>
                      </a: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Metal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upo 6">
            <a:extLst>
              <a:ext uri="{FF2B5EF4-FFF2-40B4-BE49-F238E27FC236}">
                <a16:creationId xmlns:a16="http://schemas.microsoft.com/office/drawing/2014/main" id="{923FBB15-AAAB-EE0B-B310-9F32694647DB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A0A9CCF7-1E4E-C84D-BAF7-4B82356812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76E7EEC-92D2-6AAC-3BF6-C9213F35C9D5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E9E1056A-972A-F836-A278-CB7710796F0D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299D937-8F51-A2EA-13CF-88BBA004CF3A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8B2C87F2-BC4A-7746-6E91-FD3525DFC05E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51285869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0" y="6498336"/>
            <a:ext cx="9143999" cy="3657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GRACIELA MALDANER – gracielamaldaner@urcamp.edu.br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4296" y="3642288"/>
            <a:ext cx="7772040" cy="1469520"/>
          </a:xfrm>
        </p:spPr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EXERCITANDO</a:t>
            </a:r>
          </a:p>
        </p:txBody>
      </p:sp>
      <p:grpSp>
        <p:nvGrpSpPr>
          <p:cNvPr id="8" name="Grupo 6">
            <a:extLst>
              <a:ext uri="{FF2B5EF4-FFF2-40B4-BE49-F238E27FC236}">
                <a16:creationId xmlns:a16="http://schemas.microsoft.com/office/drawing/2014/main" id="{AB59BD01-E40F-B744-04C3-F348FEC8DB66}"/>
              </a:ext>
            </a:extLst>
          </p:cNvPr>
          <p:cNvGrpSpPr/>
          <p:nvPr/>
        </p:nvGrpSpPr>
        <p:grpSpPr>
          <a:xfrm>
            <a:off x="0" y="0"/>
            <a:ext cx="9144000" cy="2078736"/>
            <a:chOff x="0" y="0"/>
            <a:chExt cx="9144000" cy="2078736"/>
          </a:xfrm>
        </p:grpSpPr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5670BB28-417C-06E8-719F-D087345AD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15" y="511990"/>
              <a:ext cx="4201787" cy="1146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2F138AB-F200-B5D8-7A27-7C409ECCD7F0}"/>
                </a:ext>
              </a:extLst>
            </p:cNvPr>
            <p:cNvSpPr/>
            <p:nvPr/>
          </p:nvSpPr>
          <p:spPr>
            <a:xfrm>
              <a:off x="975360" y="0"/>
              <a:ext cx="7156704" cy="39014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8AA90A3-8903-094C-CE45-E53A70E4E6F7}"/>
                </a:ext>
              </a:extLst>
            </p:cNvPr>
            <p:cNvSpPr/>
            <p:nvPr/>
          </p:nvSpPr>
          <p:spPr>
            <a:xfrm>
              <a:off x="993648" y="1688592"/>
              <a:ext cx="7156704" cy="390144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FCF5A1B-38F3-8A82-7A9F-F4A0A5DF406A}"/>
                </a:ext>
              </a:extLst>
            </p:cNvPr>
            <p:cNvSpPr/>
            <p:nvPr/>
          </p:nvSpPr>
          <p:spPr>
            <a:xfrm>
              <a:off x="8132064" y="0"/>
              <a:ext cx="1011936" cy="20787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50A82BF-C544-C974-0DC3-081A21811857}"/>
                </a:ext>
              </a:extLst>
            </p:cNvPr>
            <p:cNvSpPr/>
            <p:nvPr/>
          </p:nvSpPr>
          <p:spPr>
            <a:xfrm>
              <a:off x="0" y="0"/>
              <a:ext cx="975360" cy="2078736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1360809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2679</TotalTime>
  <Words>1479</Words>
  <Application>Microsoft Office PowerPoint</Application>
  <PresentationFormat>Apresentação na tela (4:3)</PresentationFormat>
  <Paragraphs>283</Paragraphs>
  <Slides>28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9" baseType="lpstr">
      <vt:lpstr>Arial</vt:lpstr>
      <vt:lpstr>Brush Script MT</vt:lpstr>
      <vt:lpstr>Calibri</vt:lpstr>
      <vt:lpstr>Candara</vt:lpstr>
      <vt:lpstr>Comic Sans MS</vt:lpstr>
      <vt:lpstr>Forte</vt:lpstr>
      <vt:lpstr>Lucida Calligraphy</vt:lpstr>
      <vt:lpstr>Symbol</vt:lpstr>
      <vt:lpstr>Times New Roman</vt:lpstr>
      <vt:lpstr>Wingdings</vt:lpstr>
      <vt:lpstr>Tema do Office</vt:lpstr>
      <vt:lpstr>Apresentação do PowerPoint</vt:lpstr>
      <vt:lpstr>Ligações Iônicas</vt:lpstr>
      <vt:lpstr>Ligações Iônicas</vt:lpstr>
      <vt:lpstr>Ligações Iônicas</vt:lpstr>
      <vt:lpstr>Ligações Iônicas</vt:lpstr>
      <vt:lpstr>Ligações Iônicas</vt:lpstr>
      <vt:lpstr>Ligações Iônicas</vt:lpstr>
      <vt:lpstr>Ligações Iônicas</vt:lpstr>
      <vt:lpstr>ATENÇÃO !!!!!!!</vt:lpstr>
      <vt:lpstr>Apresentação do PowerPoint</vt:lpstr>
      <vt:lpstr>Apresentação do PowerPoint</vt:lpstr>
      <vt:lpstr>Características dos compostos iônicos</vt:lpstr>
      <vt:lpstr>Apresentação do PowerPoint</vt:lpstr>
      <vt:lpstr>EXEMPLIFICANDO</vt:lpstr>
      <vt:lpstr>LIGAÇÕES COVALENTE</vt:lpstr>
      <vt:lpstr>Apresentação do PowerPoint</vt:lpstr>
      <vt:lpstr>LIGAÇÕES COVALENTE</vt:lpstr>
      <vt:lpstr>LIGAÇÕES COVALENTE</vt:lpstr>
      <vt:lpstr>LIGAÇÕES COVALENTE</vt:lpstr>
      <vt:lpstr>LIGAÇÕES COVALENTE</vt:lpstr>
      <vt:lpstr>LIGAÇÕES COVALENTE</vt:lpstr>
      <vt:lpstr>LIGAÇÕES COVALENTE</vt:lpstr>
      <vt:lpstr>LIGAÇÕES COVALENTE</vt:lpstr>
      <vt:lpstr>LIGAÇÕES COVALENTE</vt:lpstr>
      <vt:lpstr>LIGAÇÕES COVALENTE</vt:lpstr>
      <vt:lpstr>LIGAÇÕES COVALENTE</vt:lpstr>
      <vt:lpstr>Tipos de Ligações Químicas</vt:lpstr>
      <vt:lpstr>EXERCITANDO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ninho</dc:creator>
  <cp:lastModifiedBy>Graciela Maldaner</cp:lastModifiedBy>
  <cp:revision>330</cp:revision>
  <dcterms:created xsi:type="dcterms:W3CDTF">2014-10-16T01:47:54Z</dcterms:created>
  <dcterms:modified xsi:type="dcterms:W3CDTF">2024-03-07T18:02:27Z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</vt:i4>
  </property>
</Properties>
</file>